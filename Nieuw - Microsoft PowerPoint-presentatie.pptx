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nl-N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850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1DE1018-57D4-2821-C1BC-5C10E0DFDF2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nl-NL"/>
              <a:t>Klik om stijl te bewerken</a:t>
            </a:r>
          </a:p>
        </p:txBody>
      </p:sp>
      <p:sp>
        <p:nvSpPr>
          <p:cNvPr id="3" name="Ondertitel 2">
            <a:extLst>
              <a:ext uri="{FF2B5EF4-FFF2-40B4-BE49-F238E27FC236}">
                <a16:creationId xmlns:a16="http://schemas.microsoft.com/office/drawing/2014/main" id="{1D9AFA81-E3BF-A213-F839-93D85AFE6E4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nl-NL"/>
              <a:t>Klikken om de ondertitelstijl van het model te bewerken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A7B45FB0-EF20-21CB-B482-25E610FCE5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B17A20-CF9A-42BE-B46D-5A846010FC5C}" type="datetimeFigureOut">
              <a:rPr lang="nl-NL" smtClean="0"/>
              <a:t>7-5-2026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5B72A03B-5C0A-8393-E52F-AA61F88C5D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1D7B23FF-640A-90D1-16E2-46E744C180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C39320-D7D2-4C7F-8E55-91358EA7E653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2653078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en 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869C213-B1BF-8078-9AAC-6F512EC3FE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FE7389B0-3C71-74AE-D920-6C8DDDFDF15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5A7D5ACC-DE47-6203-115D-0EC8AA9843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B17A20-CF9A-42BE-B46D-5A846010FC5C}" type="datetimeFigureOut">
              <a:rPr lang="nl-NL" smtClean="0"/>
              <a:t>7-5-2026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5E531E29-2598-2B70-6375-1F46479EE1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87A308A2-0CCF-A341-2C5B-361B57C005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C39320-D7D2-4C7F-8E55-91358EA7E653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5410909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eko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6E401FE-5250-B559-8A8D-01822EC684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31D0ED8C-2942-B379-06C8-F2A52999B74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A221B860-7EE1-B653-D098-7A1558DB9D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B17A20-CF9A-42BE-B46D-5A846010FC5C}" type="datetimeFigureOut">
              <a:rPr lang="nl-NL" smtClean="0"/>
              <a:t>7-5-2026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68FF0E79-BCFC-9AF9-861D-464904AD7E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D96F6E55-8B45-77AF-E005-1B74DB08E7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C39320-D7D2-4C7F-8E55-91358EA7E653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30985026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Inhoud van twe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929BB1E-C9F3-D6B5-6DE6-DD87392B3E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1F1C5BF4-2B74-BAF5-FC34-FF158C30B68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inhoud 3">
            <a:extLst>
              <a:ext uri="{FF2B5EF4-FFF2-40B4-BE49-F238E27FC236}">
                <a16:creationId xmlns:a16="http://schemas.microsoft.com/office/drawing/2014/main" id="{40FADF8B-8460-262D-A048-D4A8B0C7151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145695C5-FA63-21AD-2113-08FE84298B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B17A20-CF9A-42BE-B46D-5A846010FC5C}" type="datetimeFigureOut">
              <a:rPr lang="nl-NL" smtClean="0"/>
              <a:t>7-5-2026</a:t>
            </a:fld>
            <a:endParaRPr lang="nl-NL"/>
          </a:p>
        </p:txBody>
      </p: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CC981821-C6BD-6B55-490D-79601BC515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8D53F81D-8721-CA1E-1C0E-FC59B9D996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C39320-D7D2-4C7F-8E55-91358EA7E653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81659448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elijk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83A473E-D114-AD54-31F8-AA8A483202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5E762A91-1910-3DBA-F7C6-BD7C4219D13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4" name="Tijdelijke aanduiding voor inhoud 3">
            <a:extLst>
              <a:ext uri="{FF2B5EF4-FFF2-40B4-BE49-F238E27FC236}">
                <a16:creationId xmlns:a16="http://schemas.microsoft.com/office/drawing/2014/main" id="{7539F945-D196-445E-E4FC-C59C0E60866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5" name="Tijdelijke aanduiding voor tekst 4">
            <a:extLst>
              <a:ext uri="{FF2B5EF4-FFF2-40B4-BE49-F238E27FC236}">
                <a16:creationId xmlns:a16="http://schemas.microsoft.com/office/drawing/2014/main" id="{14F280C8-AA0F-7700-6A51-F5118E1B734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6" name="Tijdelijke aanduiding voor inhoud 5">
            <a:extLst>
              <a:ext uri="{FF2B5EF4-FFF2-40B4-BE49-F238E27FC236}">
                <a16:creationId xmlns:a16="http://schemas.microsoft.com/office/drawing/2014/main" id="{429F5E81-AE2C-4EC7-8D29-7A9407C5656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7" name="Tijdelijke aanduiding voor datum 6">
            <a:extLst>
              <a:ext uri="{FF2B5EF4-FFF2-40B4-BE49-F238E27FC236}">
                <a16:creationId xmlns:a16="http://schemas.microsoft.com/office/drawing/2014/main" id="{852FA1DE-0929-D81E-1D1F-D4B4E74810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B17A20-CF9A-42BE-B46D-5A846010FC5C}" type="datetimeFigureOut">
              <a:rPr lang="nl-NL" smtClean="0"/>
              <a:t>7-5-2026</a:t>
            </a:fld>
            <a:endParaRPr lang="nl-NL"/>
          </a:p>
        </p:txBody>
      </p:sp>
      <p:sp>
        <p:nvSpPr>
          <p:cNvPr id="8" name="Tijdelijke aanduiding voor voettekst 7">
            <a:extLst>
              <a:ext uri="{FF2B5EF4-FFF2-40B4-BE49-F238E27FC236}">
                <a16:creationId xmlns:a16="http://schemas.microsoft.com/office/drawing/2014/main" id="{CDFFF24D-F11F-6DE8-8F35-3CA011B6D7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9" name="Tijdelijke aanduiding voor dianummer 8">
            <a:extLst>
              <a:ext uri="{FF2B5EF4-FFF2-40B4-BE49-F238E27FC236}">
                <a16:creationId xmlns:a16="http://schemas.microsoft.com/office/drawing/2014/main" id="{34F93F7B-027A-DA3A-0D41-4AE88B9C77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C39320-D7D2-4C7F-8E55-91358EA7E653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83678182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Alleen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44DB6D3-A409-CCF0-7785-C08E7E1E4A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datum 2">
            <a:extLst>
              <a:ext uri="{FF2B5EF4-FFF2-40B4-BE49-F238E27FC236}">
                <a16:creationId xmlns:a16="http://schemas.microsoft.com/office/drawing/2014/main" id="{B44527DA-7229-8CB1-1029-5405C693AE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B17A20-CF9A-42BE-B46D-5A846010FC5C}" type="datetimeFigureOut">
              <a:rPr lang="nl-NL" smtClean="0"/>
              <a:t>7-5-2026</a:t>
            </a:fld>
            <a:endParaRPr lang="nl-NL"/>
          </a:p>
        </p:txBody>
      </p:sp>
      <p:sp>
        <p:nvSpPr>
          <p:cNvPr id="4" name="Tijdelijke aanduiding voor voettekst 3">
            <a:extLst>
              <a:ext uri="{FF2B5EF4-FFF2-40B4-BE49-F238E27FC236}">
                <a16:creationId xmlns:a16="http://schemas.microsoft.com/office/drawing/2014/main" id="{B81385C9-4AA8-5E83-A05D-8164A81CE1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5" name="Tijdelijke aanduiding voor dianummer 4">
            <a:extLst>
              <a:ext uri="{FF2B5EF4-FFF2-40B4-BE49-F238E27FC236}">
                <a16:creationId xmlns:a16="http://schemas.microsoft.com/office/drawing/2014/main" id="{A06244C2-E340-1986-A81C-CDD1B0F1AA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C39320-D7D2-4C7F-8E55-91358EA7E653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25175123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atum 1">
            <a:extLst>
              <a:ext uri="{FF2B5EF4-FFF2-40B4-BE49-F238E27FC236}">
                <a16:creationId xmlns:a16="http://schemas.microsoft.com/office/drawing/2014/main" id="{EDF4B4E8-7556-8EB0-4C75-79047E2990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B17A20-CF9A-42BE-B46D-5A846010FC5C}" type="datetimeFigureOut">
              <a:rPr lang="nl-NL" smtClean="0"/>
              <a:t>7-5-2026</a:t>
            </a:fld>
            <a:endParaRPr lang="nl-NL"/>
          </a:p>
        </p:txBody>
      </p:sp>
      <p:sp>
        <p:nvSpPr>
          <p:cNvPr id="3" name="Tijdelijke aanduiding voor voettekst 2">
            <a:extLst>
              <a:ext uri="{FF2B5EF4-FFF2-40B4-BE49-F238E27FC236}">
                <a16:creationId xmlns:a16="http://schemas.microsoft.com/office/drawing/2014/main" id="{1786A2CB-8BDB-87D7-8AB9-A6C08AAF5D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21F601A6-896B-A312-EA5D-EFC957EF3A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C39320-D7D2-4C7F-8E55-91358EA7E653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53725232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oud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354B085-931F-D420-DA09-2D94AC9C7D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547BE71A-D0D3-B406-F302-F77D36F1D5A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tekst 3">
            <a:extLst>
              <a:ext uri="{FF2B5EF4-FFF2-40B4-BE49-F238E27FC236}">
                <a16:creationId xmlns:a16="http://schemas.microsoft.com/office/drawing/2014/main" id="{7167300D-D6CE-CA3D-991D-74CDED91D2C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B072FB78-D576-ACCC-2113-ED37DDAE61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B17A20-CF9A-42BE-B46D-5A846010FC5C}" type="datetimeFigureOut">
              <a:rPr lang="nl-NL" smtClean="0"/>
              <a:t>7-5-2026</a:t>
            </a:fld>
            <a:endParaRPr lang="nl-NL"/>
          </a:p>
        </p:txBody>
      </p: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56C3E03D-2A2B-0D1E-BD27-DB77FEA8EA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49277CCB-3348-1F17-AE88-0C95ACE0E1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C39320-D7D2-4C7F-8E55-91358EA7E653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6047564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Afbeelding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15D3FE2-CED7-AC35-D6EB-71C6533954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afbeelding 2">
            <a:extLst>
              <a:ext uri="{FF2B5EF4-FFF2-40B4-BE49-F238E27FC236}">
                <a16:creationId xmlns:a16="http://schemas.microsoft.com/office/drawing/2014/main" id="{AC48C34B-4FED-9D5F-942E-E088C7738F0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nl-NL"/>
          </a:p>
        </p:txBody>
      </p:sp>
      <p:sp>
        <p:nvSpPr>
          <p:cNvPr id="4" name="Tijdelijke aanduiding voor tekst 3">
            <a:extLst>
              <a:ext uri="{FF2B5EF4-FFF2-40B4-BE49-F238E27FC236}">
                <a16:creationId xmlns:a16="http://schemas.microsoft.com/office/drawing/2014/main" id="{F247BF6E-C9C4-DEB0-E6A1-6B056028215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CD29C81C-3BB7-E82F-D90E-1B54BD631C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B17A20-CF9A-42BE-B46D-5A846010FC5C}" type="datetimeFigureOut">
              <a:rPr lang="nl-NL" smtClean="0"/>
              <a:t>7-5-2026</a:t>
            </a:fld>
            <a:endParaRPr lang="nl-NL"/>
          </a:p>
        </p:txBody>
      </p: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906DAF78-6B7F-F3C5-5819-5243A0133A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B3D5702B-51F2-E1D3-D3B7-53793CE70D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C39320-D7D2-4C7F-8E55-91358EA7E653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98695947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en verticale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F38E872-320E-BEE4-2769-28844EA551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verticale tekst 2">
            <a:extLst>
              <a:ext uri="{FF2B5EF4-FFF2-40B4-BE49-F238E27FC236}">
                <a16:creationId xmlns:a16="http://schemas.microsoft.com/office/drawing/2014/main" id="{4959E3DB-4DA2-FA93-DC5D-C831E46EDB9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710F97F3-43C9-5BCB-3BDF-30A2F3EC46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B17A20-CF9A-42BE-B46D-5A846010FC5C}" type="datetimeFigureOut">
              <a:rPr lang="nl-NL" smtClean="0"/>
              <a:t>7-5-2026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FDC1FF0F-558F-4835-D7C5-D06C543AA1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8877F7A3-CF55-245A-BFFF-C89193E71D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C39320-D7D2-4C7F-8E55-91358EA7E653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95232326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e titel en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e titel 1">
            <a:extLst>
              <a:ext uri="{FF2B5EF4-FFF2-40B4-BE49-F238E27FC236}">
                <a16:creationId xmlns:a16="http://schemas.microsoft.com/office/drawing/2014/main" id="{083D074A-CA06-9F0E-36CC-E7C57166454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verticale tekst 2">
            <a:extLst>
              <a:ext uri="{FF2B5EF4-FFF2-40B4-BE49-F238E27FC236}">
                <a16:creationId xmlns:a16="http://schemas.microsoft.com/office/drawing/2014/main" id="{0DA6E550-05E2-2719-EBCA-D5B96566AC2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45EDAF25-38BD-EC32-317A-924221085F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B17A20-CF9A-42BE-B46D-5A846010FC5C}" type="datetimeFigureOut">
              <a:rPr lang="nl-NL" smtClean="0"/>
              <a:t>7-5-2026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8EA55DA1-39B5-856D-0AEE-6F17063C92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9001A021-95CD-965F-5D63-EEE424CDBC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C39320-D7D2-4C7F-8E55-91358EA7E653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14591472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titel 1">
            <a:extLst>
              <a:ext uri="{FF2B5EF4-FFF2-40B4-BE49-F238E27FC236}">
                <a16:creationId xmlns:a16="http://schemas.microsoft.com/office/drawing/2014/main" id="{D48FEB0B-6B63-6207-3E0A-B3B20F9371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28A5D63A-27CC-AD3C-2D45-613D3FFB16D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53C2B527-0223-C0B7-FA4C-3433DF284F2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AB17A20-CF9A-42BE-B46D-5A846010FC5C}" type="datetimeFigureOut">
              <a:rPr lang="nl-NL" smtClean="0"/>
              <a:t>7-5-2026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56BC6A38-01B6-0CFD-7F92-298E19E69CF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2B7E53F3-5366-3CF3-5943-4D9A2E2F199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8C39320-D7D2-4C7F-8E55-91358EA7E653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69623323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943CAA20-3569-4189-9E48-239A229A86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DCE904B6-1F68-D80E-F11D-CCAA8308822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451381"/>
            <a:ext cx="10512552" cy="4066540"/>
          </a:xfrm>
        </p:spPr>
        <p:txBody>
          <a:bodyPr anchor="b">
            <a:normAutofit/>
          </a:bodyPr>
          <a:lstStyle/>
          <a:p>
            <a:pPr algn="l"/>
            <a:r>
              <a:rPr lang="nl-NL" sz="6600" dirty="0"/>
              <a:t>Project </a:t>
            </a:r>
            <a:r>
              <a:rPr lang="nl-NL" sz="6600" dirty="0" err="1"/>
              <a:t>Eclipse</a:t>
            </a:r>
            <a:endParaRPr lang="nl-NL" sz="6600" dirty="0"/>
          </a:p>
        </p:txBody>
      </p:sp>
      <p:sp>
        <p:nvSpPr>
          <p:cNvPr id="3" name="Ondertitel 2">
            <a:extLst>
              <a:ext uri="{FF2B5EF4-FFF2-40B4-BE49-F238E27FC236}">
                <a16:creationId xmlns:a16="http://schemas.microsoft.com/office/drawing/2014/main" id="{8F94B48B-7270-6B55-C4B9-23C9D785FAD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38199" y="4983276"/>
            <a:ext cx="10512552" cy="1126680"/>
          </a:xfrm>
        </p:spPr>
        <p:txBody>
          <a:bodyPr>
            <a:normAutofit/>
          </a:bodyPr>
          <a:lstStyle/>
          <a:p>
            <a:pPr algn="l"/>
            <a:r>
              <a:rPr lang="nl-NL" dirty="0"/>
              <a:t>Heavy </a:t>
            </a:r>
            <a:r>
              <a:rPr lang="nl-NL" dirty="0" err="1"/>
              <a:t>Guys</a:t>
            </a:r>
            <a:endParaRPr lang="nl-NL" dirty="0"/>
          </a:p>
        </p:txBody>
      </p:sp>
      <p:sp>
        <p:nvSpPr>
          <p:cNvPr id="10" name="sketch line">
            <a:extLst>
              <a:ext uri="{FF2B5EF4-FFF2-40B4-BE49-F238E27FC236}">
                <a16:creationId xmlns:a16="http://schemas.microsoft.com/office/drawing/2014/main" id="{DA542B6D-E775-4832-91DC-2D20F85781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38200" y="4718595"/>
            <a:ext cx="5410200" cy="18288"/>
          </a:xfrm>
          <a:custGeom>
            <a:avLst/>
            <a:gdLst>
              <a:gd name="csX0" fmla="*/ 0 w 5410200"/>
              <a:gd name="csY0" fmla="*/ 0 h 18288"/>
              <a:gd name="csX1" fmla="*/ 568071 w 5410200"/>
              <a:gd name="csY1" fmla="*/ 0 h 18288"/>
              <a:gd name="csX2" fmla="*/ 1298448 w 5410200"/>
              <a:gd name="csY2" fmla="*/ 0 h 18288"/>
              <a:gd name="csX3" fmla="*/ 1920621 w 5410200"/>
              <a:gd name="csY3" fmla="*/ 0 h 18288"/>
              <a:gd name="csX4" fmla="*/ 2488692 w 5410200"/>
              <a:gd name="csY4" fmla="*/ 0 h 18288"/>
              <a:gd name="csX5" fmla="*/ 3219069 w 5410200"/>
              <a:gd name="csY5" fmla="*/ 0 h 18288"/>
              <a:gd name="csX6" fmla="*/ 3895344 w 5410200"/>
              <a:gd name="csY6" fmla="*/ 0 h 18288"/>
              <a:gd name="csX7" fmla="*/ 4571619 w 5410200"/>
              <a:gd name="csY7" fmla="*/ 0 h 18288"/>
              <a:gd name="csX8" fmla="*/ 5410200 w 5410200"/>
              <a:gd name="csY8" fmla="*/ 0 h 18288"/>
              <a:gd name="csX9" fmla="*/ 5410200 w 5410200"/>
              <a:gd name="csY9" fmla="*/ 18288 h 18288"/>
              <a:gd name="csX10" fmla="*/ 4842129 w 5410200"/>
              <a:gd name="csY10" fmla="*/ 18288 h 18288"/>
              <a:gd name="csX11" fmla="*/ 4328160 w 5410200"/>
              <a:gd name="csY11" fmla="*/ 18288 h 18288"/>
              <a:gd name="csX12" fmla="*/ 3597783 w 5410200"/>
              <a:gd name="csY12" fmla="*/ 18288 h 18288"/>
              <a:gd name="csX13" fmla="*/ 3029712 w 5410200"/>
              <a:gd name="csY13" fmla="*/ 18288 h 18288"/>
              <a:gd name="csX14" fmla="*/ 2299335 w 5410200"/>
              <a:gd name="csY14" fmla="*/ 18288 h 18288"/>
              <a:gd name="csX15" fmla="*/ 1514856 w 5410200"/>
              <a:gd name="csY15" fmla="*/ 18288 h 18288"/>
              <a:gd name="csX16" fmla="*/ 892683 w 5410200"/>
              <a:gd name="csY16" fmla="*/ 18288 h 18288"/>
              <a:gd name="csX17" fmla="*/ 0 w 5410200"/>
              <a:gd name="csY17" fmla="*/ 18288 h 18288"/>
              <a:gd name="csX18" fmla="*/ 0 w 5410200"/>
              <a:gd name="csY18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</a:cxnLst>
            <a:rect l="l" t="t" r="r" b="b"/>
            <a:pathLst>
              <a:path w="5410200" h="18288" fill="none" extrusionOk="0">
                <a:moveTo>
                  <a:pt x="0" y="0"/>
                </a:moveTo>
                <a:cubicBezTo>
                  <a:pt x="163050" y="-18707"/>
                  <a:pt x="319321" y="-16364"/>
                  <a:pt x="568071" y="0"/>
                </a:cubicBezTo>
                <a:cubicBezTo>
                  <a:pt x="816821" y="16364"/>
                  <a:pt x="1013224" y="-7268"/>
                  <a:pt x="1298448" y="0"/>
                </a:cubicBezTo>
                <a:cubicBezTo>
                  <a:pt x="1583672" y="7268"/>
                  <a:pt x="1631711" y="-3367"/>
                  <a:pt x="1920621" y="0"/>
                </a:cubicBezTo>
                <a:cubicBezTo>
                  <a:pt x="2209531" y="3367"/>
                  <a:pt x="2364420" y="-19184"/>
                  <a:pt x="2488692" y="0"/>
                </a:cubicBezTo>
                <a:cubicBezTo>
                  <a:pt x="2612964" y="19184"/>
                  <a:pt x="3023298" y="-34627"/>
                  <a:pt x="3219069" y="0"/>
                </a:cubicBezTo>
                <a:cubicBezTo>
                  <a:pt x="3414840" y="34627"/>
                  <a:pt x="3656810" y="24043"/>
                  <a:pt x="3895344" y="0"/>
                </a:cubicBezTo>
                <a:cubicBezTo>
                  <a:pt x="4133879" y="-24043"/>
                  <a:pt x="4393984" y="-19577"/>
                  <a:pt x="4571619" y="0"/>
                </a:cubicBezTo>
                <a:cubicBezTo>
                  <a:pt x="4749255" y="19577"/>
                  <a:pt x="5179928" y="-6281"/>
                  <a:pt x="5410200" y="0"/>
                </a:cubicBezTo>
                <a:cubicBezTo>
                  <a:pt x="5410730" y="6954"/>
                  <a:pt x="5410934" y="12839"/>
                  <a:pt x="5410200" y="18288"/>
                </a:cubicBezTo>
                <a:cubicBezTo>
                  <a:pt x="5139060" y="6751"/>
                  <a:pt x="5121593" y="31035"/>
                  <a:pt x="4842129" y="18288"/>
                </a:cubicBezTo>
                <a:cubicBezTo>
                  <a:pt x="4562665" y="5541"/>
                  <a:pt x="4448273" y="9487"/>
                  <a:pt x="4328160" y="18288"/>
                </a:cubicBezTo>
                <a:cubicBezTo>
                  <a:pt x="4208047" y="27089"/>
                  <a:pt x="3760936" y="22567"/>
                  <a:pt x="3597783" y="18288"/>
                </a:cubicBezTo>
                <a:cubicBezTo>
                  <a:pt x="3434630" y="14009"/>
                  <a:pt x="3299718" y="33213"/>
                  <a:pt x="3029712" y="18288"/>
                </a:cubicBezTo>
                <a:cubicBezTo>
                  <a:pt x="2759706" y="3363"/>
                  <a:pt x="2640159" y="27394"/>
                  <a:pt x="2299335" y="18288"/>
                </a:cubicBezTo>
                <a:cubicBezTo>
                  <a:pt x="1958511" y="9182"/>
                  <a:pt x="1801186" y="28985"/>
                  <a:pt x="1514856" y="18288"/>
                </a:cubicBezTo>
                <a:cubicBezTo>
                  <a:pt x="1228526" y="7591"/>
                  <a:pt x="1063509" y="-5305"/>
                  <a:pt x="892683" y="18288"/>
                </a:cubicBezTo>
                <a:cubicBezTo>
                  <a:pt x="721857" y="41881"/>
                  <a:pt x="186945" y="-20897"/>
                  <a:pt x="0" y="18288"/>
                </a:cubicBezTo>
                <a:cubicBezTo>
                  <a:pt x="-570" y="9279"/>
                  <a:pt x="132" y="5100"/>
                  <a:pt x="0" y="0"/>
                </a:cubicBezTo>
                <a:close/>
              </a:path>
              <a:path w="5410200" h="18288" stroke="0" extrusionOk="0">
                <a:moveTo>
                  <a:pt x="0" y="0"/>
                </a:moveTo>
                <a:cubicBezTo>
                  <a:pt x="285096" y="-4925"/>
                  <a:pt x="376456" y="22268"/>
                  <a:pt x="622173" y="0"/>
                </a:cubicBezTo>
                <a:cubicBezTo>
                  <a:pt x="867890" y="-22268"/>
                  <a:pt x="1031392" y="7228"/>
                  <a:pt x="1136142" y="0"/>
                </a:cubicBezTo>
                <a:cubicBezTo>
                  <a:pt x="1240892" y="-7228"/>
                  <a:pt x="1561853" y="9877"/>
                  <a:pt x="1920621" y="0"/>
                </a:cubicBezTo>
                <a:cubicBezTo>
                  <a:pt x="2279389" y="-9877"/>
                  <a:pt x="2367255" y="19546"/>
                  <a:pt x="2542794" y="0"/>
                </a:cubicBezTo>
                <a:cubicBezTo>
                  <a:pt x="2718333" y="-19546"/>
                  <a:pt x="2866732" y="-22226"/>
                  <a:pt x="3164967" y="0"/>
                </a:cubicBezTo>
                <a:cubicBezTo>
                  <a:pt x="3463202" y="22226"/>
                  <a:pt x="3568055" y="-2765"/>
                  <a:pt x="3949446" y="0"/>
                </a:cubicBezTo>
                <a:cubicBezTo>
                  <a:pt x="4330837" y="2765"/>
                  <a:pt x="4287895" y="10557"/>
                  <a:pt x="4517517" y="0"/>
                </a:cubicBezTo>
                <a:cubicBezTo>
                  <a:pt x="4747139" y="-10557"/>
                  <a:pt x="5149588" y="8716"/>
                  <a:pt x="5410200" y="0"/>
                </a:cubicBezTo>
                <a:cubicBezTo>
                  <a:pt x="5409517" y="5414"/>
                  <a:pt x="5409480" y="12510"/>
                  <a:pt x="5410200" y="18288"/>
                </a:cubicBezTo>
                <a:cubicBezTo>
                  <a:pt x="5163327" y="41494"/>
                  <a:pt x="5008749" y="10693"/>
                  <a:pt x="4842129" y="18288"/>
                </a:cubicBezTo>
                <a:cubicBezTo>
                  <a:pt x="4675509" y="25883"/>
                  <a:pt x="4433401" y="-615"/>
                  <a:pt x="4165854" y="18288"/>
                </a:cubicBezTo>
                <a:cubicBezTo>
                  <a:pt x="3898308" y="37191"/>
                  <a:pt x="3809032" y="-8710"/>
                  <a:pt x="3543681" y="18288"/>
                </a:cubicBezTo>
                <a:cubicBezTo>
                  <a:pt x="3278330" y="45286"/>
                  <a:pt x="3073876" y="-15917"/>
                  <a:pt x="2759202" y="18288"/>
                </a:cubicBezTo>
                <a:cubicBezTo>
                  <a:pt x="2444528" y="52493"/>
                  <a:pt x="2204144" y="3372"/>
                  <a:pt x="1974723" y="18288"/>
                </a:cubicBezTo>
                <a:cubicBezTo>
                  <a:pt x="1745302" y="33204"/>
                  <a:pt x="1602335" y="31490"/>
                  <a:pt x="1406652" y="18288"/>
                </a:cubicBezTo>
                <a:cubicBezTo>
                  <a:pt x="1210969" y="5086"/>
                  <a:pt x="923948" y="3161"/>
                  <a:pt x="730377" y="18288"/>
                </a:cubicBezTo>
                <a:cubicBezTo>
                  <a:pt x="536806" y="33415"/>
                  <a:pt x="336496" y="-141"/>
                  <a:pt x="0" y="18288"/>
                </a:cubicBezTo>
                <a:cubicBezTo>
                  <a:pt x="-306" y="11061"/>
                  <a:pt x="-655" y="7751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671111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777A147A-9ED8-46B4-8660-1B3C2AA880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64C9B438-4DD7-6B6F-B5BB-52E5DD30CE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1248" y="548640"/>
            <a:ext cx="3600860" cy="5431536"/>
          </a:xfrm>
        </p:spPr>
        <p:txBody>
          <a:bodyPr>
            <a:normAutofit/>
          </a:bodyPr>
          <a:lstStyle/>
          <a:p>
            <a:r>
              <a:rPr lang="nl-NL" sz="5400"/>
              <a:t>Inhoud</a:t>
            </a:r>
          </a:p>
        </p:txBody>
      </p:sp>
      <p:sp>
        <p:nvSpPr>
          <p:cNvPr id="10" name="sketch line">
            <a:extLst>
              <a:ext uri="{FF2B5EF4-FFF2-40B4-BE49-F238E27FC236}">
                <a16:creationId xmlns:a16="http://schemas.microsoft.com/office/drawing/2014/main" id="{5D6C15A0-C087-4593-8414-2B4EC1CDC3D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2543983" y="3258715"/>
            <a:ext cx="4480560" cy="18288"/>
          </a:xfrm>
          <a:custGeom>
            <a:avLst/>
            <a:gdLst>
              <a:gd name="csX0" fmla="*/ 0 w 4480560"/>
              <a:gd name="csY0" fmla="*/ 0 h 18288"/>
              <a:gd name="csX1" fmla="*/ 595274 w 4480560"/>
              <a:gd name="csY1" fmla="*/ 0 h 18288"/>
              <a:gd name="csX2" fmla="*/ 1100938 w 4480560"/>
              <a:gd name="csY2" fmla="*/ 0 h 18288"/>
              <a:gd name="csX3" fmla="*/ 1651406 w 4480560"/>
              <a:gd name="csY3" fmla="*/ 0 h 18288"/>
              <a:gd name="csX4" fmla="*/ 2336292 w 4480560"/>
              <a:gd name="csY4" fmla="*/ 0 h 18288"/>
              <a:gd name="csX5" fmla="*/ 2931566 w 4480560"/>
              <a:gd name="csY5" fmla="*/ 0 h 18288"/>
              <a:gd name="csX6" fmla="*/ 3482035 w 4480560"/>
              <a:gd name="csY6" fmla="*/ 0 h 18288"/>
              <a:gd name="csX7" fmla="*/ 4480560 w 4480560"/>
              <a:gd name="csY7" fmla="*/ 0 h 18288"/>
              <a:gd name="csX8" fmla="*/ 4480560 w 4480560"/>
              <a:gd name="csY8" fmla="*/ 18288 h 18288"/>
              <a:gd name="csX9" fmla="*/ 3840480 w 4480560"/>
              <a:gd name="csY9" fmla="*/ 18288 h 18288"/>
              <a:gd name="csX10" fmla="*/ 3290011 w 4480560"/>
              <a:gd name="csY10" fmla="*/ 18288 h 18288"/>
              <a:gd name="csX11" fmla="*/ 2560320 w 4480560"/>
              <a:gd name="csY11" fmla="*/ 18288 h 18288"/>
              <a:gd name="csX12" fmla="*/ 1965046 w 4480560"/>
              <a:gd name="csY12" fmla="*/ 18288 h 18288"/>
              <a:gd name="csX13" fmla="*/ 1459382 w 4480560"/>
              <a:gd name="csY13" fmla="*/ 18288 h 18288"/>
              <a:gd name="csX14" fmla="*/ 774497 w 4480560"/>
              <a:gd name="csY14" fmla="*/ 18288 h 18288"/>
              <a:gd name="csX15" fmla="*/ 0 w 4480560"/>
              <a:gd name="csY15" fmla="*/ 18288 h 18288"/>
              <a:gd name="csX16" fmla="*/ 0 w 4480560"/>
              <a:gd name="csY16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4480560" h="18288" fill="none" extrusionOk="0">
                <a:moveTo>
                  <a:pt x="0" y="0"/>
                </a:moveTo>
                <a:cubicBezTo>
                  <a:pt x="267821" y="8731"/>
                  <a:pt x="334105" y="2629"/>
                  <a:pt x="595274" y="0"/>
                </a:cubicBezTo>
                <a:cubicBezTo>
                  <a:pt x="856443" y="-2629"/>
                  <a:pt x="863808" y="-13353"/>
                  <a:pt x="1100938" y="0"/>
                </a:cubicBezTo>
                <a:cubicBezTo>
                  <a:pt x="1338068" y="13353"/>
                  <a:pt x="1431663" y="-25862"/>
                  <a:pt x="1651406" y="0"/>
                </a:cubicBezTo>
                <a:cubicBezTo>
                  <a:pt x="1871149" y="25862"/>
                  <a:pt x="2173163" y="23827"/>
                  <a:pt x="2336292" y="0"/>
                </a:cubicBezTo>
                <a:cubicBezTo>
                  <a:pt x="2499421" y="-23827"/>
                  <a:pt x="2720589" y="28148"/>
                  <a:pt x="2931566" y="0"/>
                </a:cubicBezTo>
                <a:cubicBezTo>
                  <a:pt x="3142543" y="-28148"/>
                  <a:pt x="3323630" y="27022"/>
                  <a:pt x="3482035" y="0"/>
                </a:cubicBezTo>
                <a:cubicBezTo>
                  <a:pt x="3640440" y="-27022"/>
                  <a:pt x="4012110" y="-20118"/>
                  <a:pt x="4480560" y="0"/>
                </a:cubicBezTo>
                <a:cubicBezTo>
                  <a:pt x="4480958" y="7429"/>
                  <a:pt x="4480540" y="10822"/>
                  <a:pt x="4480560" y="18288"/>
                </a:cubicBezTo>
                <a:cubicBezTo>
                  <a:pt x="4314132" y="14924"/>
                  <a:pt x="4028383" y="36632"/>
                  <a:pt x="3840480" y="18288"/>
                </a:cubicBezTo>
                <a:cubicBezTo>
                  <a:pt x="3652577" y="-56"/>
                  <a:pt x="3547615" y="2848"/>
                  <a:pt x="3290011" y="18288"/>
                </a:cubicBezTo>
                <a:cubicBezTo>
                  <a:pt x="3032407" y="33728"/>
                  <a:pt x="2830268" y="8719"/>
                  <a:pt x="2560320" y="18288"/>
                </a:cubicBezTo>
                <a:cubicBezTo>
                  <a:pt x="2290372" y="27857"/>
                  <a:pt x="2147422" y="6728"/>
                  <a:pt x="1965046" y="18288"/>
                </a:cubicBezTo>
                <a:cubicBezTo>
                  <a:pt x="1782670" y="29848"/>
                  <a:pt x="1689791" y="40680"/>
                  <a:pt x="1459382" y="18288"/>
                </a:cubicBezTo>
                <a:cubicBezTo>
                  <a:pt x="1228973" y="-4104"/>
                  <a:pt x="915486" y="36501"/>
                  <a:pt x="774497" y="18288"/>
                </a:cubicBezTo>
                <a:cubicBezTo>
                  <a:pt x="633508" y="75"/>
                  <a:pt x="361442" y="-11107"/>
                  <a:pt x="0" y="18288"/>
                </a:cubicBezTo>
                <a:cubicBezTo>
                  <a:pt x="-591" y="13205"/>
                  <a:pt x="-663" y="6329"/>
                  <a:pt x="0" y="0"/>
                </a:cubicBezTo>
                <a:close/>
              </a:path>
              <a:path w="4480560" h="18288" stroke="0" extrusionOk="0">
                <a:moveTo>
                  <a:pt x="0" y="0"/>
                </a:moveTo>
                <a:cubicBezTo>
                  <a:pt x="285465" y="225"/>
                  <a:pt x="322691" y="16223"/>
                  <a:pt x="595274" y="0"/>
                </a:cubicBezTo>
                <a:cubicBezTo>
                  <a:pt x="867857" y="-16223"/>
                  <a:pt x="989129" y="-11242"/>
                  <a:pt x="1100938" y="0"/>
                </a:cubicBezTo>
                <a:cubicBezTo>
                  <a:pt x="1212747" y="11242"/>
                  <a:pt x="1574350" y="-36410"/>
                  <a:pt x="1830629" y="0"/>
                </a:cubicBezTo>
                <a:cubicBezTo>
                  <a:pt x="2086908" y="36410"/>
                  <a:pt x="2180922" y="4645"/>
                  <a:pt x="2425903" y="0"/>
                </a:cubicBezTo>
                <a:cubicBezTo>
                  <a:pt x="2670884" y="-4645"/>
                  <a:pt x="2782024" y="22929"/>
                  <a:pt x="3021178" y="0"/>
                </a:cubicBezTo>
                <a:cubicBezTo>
                  <a:pt x="3260332" y="-22929"/>
                  <a:pt x="3456982" y="-1586"/>
                  <a:pt x="3750869" y="0"/>
                </a:cubicBezTo>
                <a:cubicBezTo>
                  <a:pt x="4044756" y="1586"/>
                  <a:pt x="4302726" y="17043"/>
                  <a:pt x="4480560" y="0"/>
                </a:cubicBezTo>
                <a:cubicBezTo>
                  <a:pt x="4479674" y="5429"/>
                  <a:pt x="4481381" y="14046"/>
                  <a:pt x="4480560" y="18288"/>
                </a:cubicBezTo>
                <a:cubicBezTo>
                  <a:pt x="4279652" y="-6850"/>
                  <a:pt x="4200762" y="41566"/>
                  <a:pt x="3930091" y="18288"/>
                </a:cubicBezTo>
                <a:cubicBezTo>
                  <a:pt x="3659420" y="-4990"/>
                  <a:pt x="3456052" y="22294"/>
                  <a:pt x="3290011" y="18288"/>
                </a:cubicBezTo>
                <a:cubicBezTo>
                  <a:pt x="3123970" y="14282"/>
                  <a:pt x="2882392" y="32818"/>
                  <a:pt x="2649931" y="18288"/>
                </a:cubicBezTo>
                <a:cubicBezTo>
                  <a:pt x="2417470" y="3758"/>
                  <a:pt x="2238426" y="7337"/>
                  <a:pt x="2054657" y="18288"/>
                </a:cubicBezTo>
                <a:cubicBezTo>
                  <a:pt x="1870888" y="29239"/>
                  <a:pt x="1566368" y="45040"/>
                  <a:pt x="1324966" y="18288"/>
                </a:cubicBezTo>
                <a:cubicBezTo>
                  <a:pt x="1083564" y="-8464"/>
                  <a:pt x="787410" y="10946"/>
                  <a:pt x="595274" y="18288"/>
                </a:cubicBezTo>
                <a:cubicBezTo>
                  <a:pt x="403138" y="25630"/>
                  <a:pt x="169622" y="10499"/>
                  <a:pt x="0" y="18288"/>
                </a:cubicBezTo>
                <a:cubicBezTo>
                  <a:pt x="668" y="13665"/>
                  <a:pt x="578" y="5675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659D97BC-D83A-470E-C7C9-F2F8AC5AC0D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26418" y="552091"/>
            <a:ext cx="6224335" cy="5431536"/>
          </a:xfrm>
        </p:spPr>
        <p:txBody>
          <a:bodyPr anchor="ctr">
            <a:normAutofit/>
          </a:bodyPr>
          <a:lstStyle/>
          <a:p>
            <a:r>
              <a:rPr lang="nl-NL" sz="2200"/>
              <a:t>Over ons</a:t>
            </a:r>
          </a:p>
          <a:p>
            <a:r>
              <a:rPr lang="nl-NL" sz="2200"/>
              <a:t>Ons idee</a:t>
            </a:r>
          </a:p>
          <a:p>
            <a:r>
              <a:rPr lang="nl-NL" sz="2200"/>
              <a:t>Game (Jarno, Alex en Patricia)</a:t>
            </a:r>
          </a:p>
          <a:p>
            <a:r>
              <a:rPr lang="nl-NL" sz="2200"/>
              <a:t>Website (Jens)</a:t>
            </a:r>
          </a:p>
        </p:txBody>
      </p:sp>
    </p:spTree>
    <p:extLst>
      <p:ext uri="{BB962C8B-B14F-4D97-AF65-F5344CB8AC3E}">
        <p14:creationId xmlns:p14="http://schemas.microsoft.com/office/powerpoint/2010/main" val="384289145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777A147A-9ED8-46B4-8660-1B3C2AA880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8623A0CC-84B1-D57C-5F20-80AB467919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1248" y="548640"/>
            <a:ext cx="3600860" cy="5431536"/>
          </a:xfrm>
        </p:spPr>
        <p:txBody>
          <a:bodyPr>
            <a:normAutofit/>
          </a:bodyPr>
          <a:lstStyle/>
          <a:p>
            <a:r>
              <a:rPr lang="nl-NL" sz="5400" dirty="0"/>
              <a:t>Over ons</a:t>
            </a:r>
          </a:p>
        </p:txBody>
      </p:sp>
      <p:sp>
        <p:nvSpPr>
          <p:cNvPr id="10" name="sketch line">
            <a:extLst>
              <a:ext uri="{FF2B5EF4-FFF2-40B4-BE49-F238E27FC236}">
                <a16:creationId xmlns:a16="http://schemas.microsoft.com/office/drawing/2014/main" id="{5D6C15A0-C087-4593-8414-2B4EC1CDC3D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2543983" y="3258715"/>
            <a:ext cx="4480560" cy="18288"/>
          </a:xfrm>
          <a:custGeom>
            <a:avLst/>
            <a:gdLst>
              <a:gd name="csX0" fmla="*/ 0 w 4480560"/>
              <a:gd name="csY0" fmla="*/ 0 h 18288"/>
              <a:gd name="csX1" fmla="*/ 595274 w 4480560"/>
              <a:gd name="csY1" fmla="*/ 0 h 18288"/>
              <a:gd name="csX2" fmla="*/ 1100938 w 4480560"/>
              <a:gd name="csY2" fmla="*/ 0 h 18288"/>
              <a:gd name="csX3" fmla="*/ 1651406 w 4480560"/>
              <a:gd name="csY3" fmla="*/ 0 h 18288"/>
              <a:gd name="csX4" fmla="*/ 2336292 w 4480560"/>
              <a:gd name="csY4" fmla="*/ 0 h 18288"/>
              <a:gd name="csX5" fmla="*/ 2931566 w 4480560"/>
              <a:gd name="csY5" fmla="*/ 0 h 18288"/>
              <a:gd name="csX6" fmla="*/ 3482035 w 4480560"/>
              <a:gd name="csY6" fmla="*/ 0 h 18288"/>
              <a:gd name="csX7" fmla="*/ 4480560 w 4480560"/>
              <a:gd name="csY7" fmla="*/ 0 h 18288"/>
              <a:gd name="csX8" fmla="*/ 4480560 w 4480560"/>
              <a:gd name="csY8" fmla="*/ 18288 h 18288"/>
              <a:gd name="csX9" fmla="*/ 3840480 w 4480560"/>
              <a:gd name="csY9" fmla="*/ 18288 h 18288"/>
              <a:gd name="csX10" fmla="*/ 3290011 w 4480560"/>
              <a:gd name="csY10" fmla="*/ 18288 h 18288"/>
              <a:gd name="csX11" fmla="*/ 2560320 w 4480560"/>
              <a:gd name="csY11" fmla="*/ 18288 h 18288"/>
              <a:gd name="csX12" fmla="*/ 1965046 w 4480560"/>
              <a:gd name="csY12" fmla="*/ 18288 h 18288"/>
              <a:gd name="csX13" fmla="*/ 1459382 w 4480560"/>
              <a:gd name="csY13" fmla="*/ 18288 h 18288"/>
              <a:gd name="csX14" fmla="*/ 774497 w 4480560"/>
              <a:gd name="csY14" fmla="*/ 18288 h 18288"/>
              <a:gd name="csX15" fmla="*/ 0 w 4480560"/>
              <a:gd name="csY15" fmla="*/ 18288 h 18288"/>
              <a:gd name="csX16" fmla="*/ 0 w 4480560"/>
              <a:gd name="csY16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4480560" h="18288" fill="none" extrusionOk="0">
                <a:moveTo>
                  <a:pt x="0" y="0"/>
                </a:moveTo>
                <a:cubicBezTo>
                  <a:pt x="267821" y="8731"/>
                  <a:pt x="334105" y="2629"/>
                  <a:pt x="595274" y="0"/>
                </a:cubicBezTo>
                <a:cubicBezTo>
                  <a:pt x="856443" y="-2629"/>
                  <a:pt x="863808" y="-13353"/>
                  <a:pt x="1100938" y="0"/>
                </a:cubicBezTo>
                <a:cubicBezTo>
                  <a:pt x="1338068" y="13353"/>
                  <a:pt x="1431663" y="-25862"/>
                  <a:pt x="1651406" y="0"/>
                </a:cubicBezTo>
                <a:cubicBezTo>
                  <a:pt x="1871149" y="25862"/>
                  <a:pt x="2173163" y="23827"/>
                  <a:pt x="2336292" y="0"/>
                </a:cubicBezTo>
                <a:cubicBezTo>
                  <a:pt x="2499421" y="-23827"/>
                  <a:pt x="2720589" y="28148"/>
                  <a:pt x="2931566" y="0"/>
                </a:cubicBezTo>
                <a:cubicBezTo>
                  <a:pt x="3142543" y="-28148"/>
                  <a:pt x="3323630" y="27022"/>
                  <a:pt x="3482035" y="0"/>
                </a:cubicBezTo>
                <a:cubicBezTo>
                  <a:pt x="3640440" y="-27022"/>
                  <a:pt x="4012110" y="-20118"/>
                  <a:pt x="4480560" y="0"/>
                </a:cubicBezTo>
                <a:cubicBezTo>
                  <a:pt x="4480958" y="7429"/>
                  <a:pt x="4480540" y="10822"/>
                  <a:pt x="4480560" y="18288"/>
                </a:cubicBezTo>
                <a:cubicBezTo>
                  <a:pt x="4314132" y="14924"/>
                  <a:pt x="4028383" y="36632"/>
                  <a:pt x="3840480" y="18288"/>
                </a:cubicBezTo>
                <a:cubicBezTo>
                  <a:pt x="3652577" y="-56"/>
                  <a:pt x="3547615" y="2848"/>
                  <a:pt x="3290011" y="18288"/>
                </a:cubicBezTo>
                <a:cubicBezTo>
                  <a:pt x="3032407" y="33728"/>
                  <a:pt x="2830268" y="8719"/>
                  <a:pt x="2560320" y="18288"/>
                </a:cubicBezTo>
                <a:cubicBezTo>
                  <a:pt x="2290372" y="27857"/>
                  <a:pt x="2147422" y="6728"/>
                  <a:pt x="1965046" y="18288"/>
                </a:cubicBezTo>
                <a:cubicBezTo>
                  <a:pt x="1782670" y="29848"/>
                  <a:pt x="1689791" y="40680"/>
                  <a:pt x="1459382" y="18288"/>
                </a:cubicBezTo>
                <a:cubicBezTo>
                  <a:pt x="1228973" y="-4104"/>
                  <a:pt x="915486" y="36501"/>
                  <a:pt x="774497" y="18288"/>
                </a:cubicBezTo>
                <a:cubicBezTo>
                  <a:pt x="633508" y="75"/>
                  <a:pt x="361442" y="-11107"/>
                  <a:pt x="0" y="18288"/>
                </a:cubicBezTo>
                <a:cubicBezTo>
                  <a:pt x="-591" y="13205"/>
                  <a:pt x="-663" y="6329"/>
                  <a:pt x="0" y="0"/>
                </a:cubicBezTo>
                <a:close/>
              </a:path>
              <a:path w="4480560" h="18288" stroke="0" extrusionOk="0">
                <a:moveTo>
                  <a:pt x="0" y="0"/>
                </a:moveTo>
                <a:cubicBezTo>
                  <a:pt x="285465" y="225"/>
                  <a:pt x="322691" y="16223"/>
                  <a:pt x="595274" y="0"/>
                </a:cubicBezTo>
                <a:cubicBezTo>
                  <a:pt x="867857" y="-16223"/>
                  <a:pt x="989129" y="-11242"/>
                  <a:pt x="1100938" y="0"/>
                </a:cubicBezTo>
                <a:cubicBezTo>
                  <a:pt x="1212747" y="11242"/>
                  <a:pt x="1574350" y="-36410"/>
                  <a:pt x="1830629" y="0"/>
                </a:cubicBezTo>
                <a:cubicBezTo>
                  <a:pt x="2086908" y="36410"/>
                  <a:pt x="2180922" y="4645"/>
                  <a:pt x="2425903" y="0"/>
                </a:cubicBezTo>
                <a:cubicBezTo>
                  <a:pt x="2670884" y="-4645"/>
                  <a:pt x="2782024" y="22929"/>
                  <a:pt x="3021178" y="0"/>
                </a:cubicBezTo>
                <a:cubicBezTo>
                  <a:pt x="3260332" y="-22929"/>
                  <a:pt x="3456982" y="-1586"/>
                  <a:pt x="3750869" y="0"/>
                </a:cubicBezTo>
                <a:cubicBezTo>
                  <a:pt x="4044756" y="1586"/>
                  <a:pt x="4302726" y="17043"/>
                  <a:pt x="4480560" y="0"/>
                </a:cubicBezTo>
                <a:cubicBezTo>
                  <a:pt x="4479674" y="5429"/>
                  <a:pt x="4481381" y="14046"/>
                  <a:pt x="4480560" y="18288"/>
                </a:cubicBezTo>
                <a:cubicBezTo>
                  <a:pt x="4279652" y="-6850"/>
                  <a:pt x="4200762" y="41566"/>
                  <a:pt x="3930091" y="18288"/>
                </a:cubicBezTo>
                <a:cubicBezTo>
                  <a:pt x="3659420" y="-4990"/>
                  <a:pt x="3456052" y="22294"/>
                  <a:pt x="3290011" y="18288"/>
                </a:cubicBezTo>
                <a:cubicBezTo>
                  <a:pt x="3123970" y="14282"/>
                  <a:pt x="2882392" y="32818"/>
                  <a:pt x="2649931" y="18288"/>
                </a:cubicBezTo>
                <a:cubicBezTo>
                  <a:pt x="2417470" y="3758"/>
                  <a:pt x="2238426" y="7337"/>
                  <a:pt x="2054657" y="18288"/>
                </a:cubicBezTo>
                <a:cubicBezTo>
                  <a:pt x="1870888" y="29239"/>
                  <a:pt x="1566368" y="45040"/>
                  <a:pt x="1324966" y="18288"/>
                </a:cubicBezTo>
                <a:cubicBezTo>
                  <a:pt x="1083564" y="-8464"/>
                  <a:pt x="787410" y="10946"/>
                  <a:pt x="595274" y="18288"/>
                </a:cubicBezTo>
                <a:cubicBezTo>
                  <a:pt x="403138" y="25630"/>
                  <a:pt x="169622" y="10499"/>
                  <a:pt x="0" y="18288"/>
                </a:cubicBezTo>
                <a:cubicBezTo>
                  <a:pt x="668" y="13665"/>
                  <a:pt x="578" y="5675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6377C0C4-2C7E-C2E1-4643-070C4256B34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26418" y="552091"/>
            <a:ext cx="6224335" cy="5431536"/>
          </a:xfrm>
        </p:spPr>
        <p:txBody>
          <a:bodyPr anchor="ctr">
            <a:normAutofit/>
          </a:bodyPr>
          <a:lstStyle/>
          <a:p>
            <a:r>
              <a:rPr lang="nl-NL" sz="2200" dirty="0"/>
              <a:t>Jens</a:t>
            </a:r>
          </a:p>
          <a:p>
            <a:r>
              <a:rPr lang="nl-NL" sz="2200" dirty="0"/>
              <a:t>Jarno</a:t>
            </a:r>
          </a:p>
          <a:p>
            <a:r>
              <a:rPr lang="nl-NL" sz="2200" dirty="0"/>
              <a:t>Patricia</a:t>
            </a:r>
          </a:p>
          <a:p>
            <a:r>
              <a:rPr lang="nl-NL" sz="2200" dirty="0"/>
              <a:t>Alex</a:t>
            </a:r>
          </a:p>
          <a:p>
            <a:endParaRPr lang="nl-NL" sz="2200" dirty="0"/>
          </a:p>
          <a:p>
            <a:r>
              <a:rPr lang="nl-NL" sz="2200" dirty="0"/>
              <a:t>Heavy </a:t>
            </a:r>
            <a:r>
              <a:rPr lang="nl-NL" sz="2200" dirty="0" err="1"/>
              <a:t>Guys</a:t>
            </a:r>
            <a:endParaRPr lang="nl-NL" sz="2200" dirty="0"/>
          </a:p>
        </p:txBody>
      </p:sp>
    </p:spTree>
    <p:extLst>
      <p:ext uri="{BB962C8B-B14F-4D97-AF65-F5344CB8AC3E}">
        <p14:creationId xmlns:p14="http://schemas.microsoft.com/office/powerpoint/2010/main" val="403174531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F13C74B1-5B17-4795-BED0-7140497B44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6A73DAF2-6BD5-FAD5-DE30-1A4FA682B6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325369"/>
            <a:ext cx="4368602" cy="1956841"/>
          </a:xfrm>
        </p:spPr>
        <p:txBody>
          <a:bodyPr anchor="b">
            <a:normAutofit/>
          </a:bodyPr>
          <a:lstStyle/>
          <a:p>
            <a:r>
              <a:rPr lang="nl-NL" sz="5400"/>
              <a:t>Ons idee</a:t>
            </a:r>
          </a:p>
        </p:txBody>
      </p:sp>
      <p:sp>
        <p:nvSpPr>
          <p:cNvPr id="12" name="sketchy line">
            <a:extLst>
              <a:ext uri="{FF2B5EF4-FFF2-40B4-BE49-F238E27FC236}">
                <a16:creationId xmlns:a16="http://schemas.microsoft.com/office/drawing/2014/main" id="{D4974D33-8DC5-464E-8C6D-BE58F0669C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0080" y="2586994"/>
            <a:ext cx="3474720" cy="18288"/>
          </a:xfrm>
          <a:custGeom>
            <a:avLst/>
            <a:gdLst>
              <a:gd name="csX0" fmla="*/ 0 w 3474720"/>
              <a:gd name="csY0" fmla="*/ 0 h 18288"/>
              <a:gd name="csX1" fmla="*/ 694944 w 3474720"/>
              <a:gd name="csY1" fmla="*/ 0 h 18288"/>
              <a:gd name="csX2" fmla="*/ 1355141 w 3474720"/>
              <a:gd name="csY2" fmla="*/ 0 h 18288"/>
              <a:gd name="csX3" fmla="*/ 2015338 w 3474720"/>
              <a:gd name="csY3" fmla="*/ 0 h 18288"/>
              <a:gd name="csX4" fmla="*/ 2779776 w 3474720"/>
              <a:gd name="csY4" fmla="*/ 0 h 18288"/>
              <a:gd name="csX5" fmla="*/ 3474720 w 3474720"/>
              <a:gd name="csY5" fmla="*/ 0 h 18288"/>
              <a:gd name="csX6" fmla="*/ 3474720 w 3474720"/>
              <a:gd name="csY6" fmla="*/ 18288 h 18288"/>
              <a:gd name="csX7" fmla="*/ 2779776 w 3474720"/>
              <a:gd name="csY7" fmla="*/ 18288 h 18288"/>
              <a:gd name="csX8" fmla="*/ 2189074 w 3474720"/>
              <a:gd name="csY8" fmla="*/ 18288 h 18288"/>
              <a:gd name="csX9" fmla="*/ 1528877 w 3474720"/>
              <a:gd name="csY9" fmla="*/ 18288 h 18288"/>
              <a:gd name="csX10" fmla="*/ 868680 w 3474720"/>
              <a:gd name="csY10" fmla="*/ 18288 h 18288"/>
              <a:gd name="csX11" fmla="*/ 0 w 3474720"/>
              <a:gd name="csY11" fmla="*/ 18288 h 18288"/>
              <a:gd name="csX12" fmla="*/ 0 w 3474720"/>
              <a:gd name="csY12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</a:cxnLst>
            <a:rect l="l" t="t" r="r" b="b"/>
            <a:pathLst>
              <a:path w="3474720" h="18288" fill="none" extrusionOk="0">
                <a:moveTo>
                  <a:pt x="0" y="0"/>
                </a:moveTo>
                <a:cubicBezTo>
                  <a:pt x="224454" y="-14544"/>
                  <a:pt x="495407" y="26540"/>
                  <a:pt x="694944" y="0"/>
                </a:cubicBezTo>
                <a:cubicBezTo>
                  <a:pt x="894481" y="-26540"/>
                  <a:pt x="1130063" y="24713"/>
                  <a:pt x="1355141" y="0"/>
                </a:cubicBezTo>
                <a:cubicBezTo>
                  <a:pt x="1580219" y="-24713"/>
                  <a:pt x="1820099" y="26695"/>
                  <a:pt x="2015338" y="0"/>
                </a:cubicBezTo>
                <a:cubicBezTo>
                  <a:pt x="2210577" y="-26695"/>
                  <a:pt x="2402045" y="165"/>
                  <a:pt x="2779776" y="0"/>
                </a:cubicBezTo>
                <a:cubicBezTo>
                  <a:pt x="3157507" y="-165"/>
                  <a:pt x="3286859" y="-15571"/>
                  <a:pt x="3474720" y="0"/>
                </a:cubicBezTo>
                <a:cubicBezTo>
                  <a:pt x="3474286" y="7551"/>
                  <a:pt x="3474253" y="9822"/>
                  <a:pt x="3474720" y="18288"/>
                </a:cubicBezTo>
                <a:cubicBezTo>
                  <a:pt x="3233904" y="29845"/>
                  <a:pt x="2945134" y="-5256"/>
                  <a:pt x="2779776" y="18288"/>
                </a:cubicBezTo>
                <a:cubicBezTo>
                  <a:pt x="2614418" y="41832"/>
                  <a:pt x="2339768" y="22709"/>
                  <a:pt x="2189074" y="18288"/>
                </a:cubicBezTo>
                <a:cubicBezTo>
                  <a:pt x="2038380" y="13867"/>
                  <a:pt x="1817434" y="-4947"/>
                  <a:pt x="1528877" y="18288"/>
                </a:cubicBezTo>
                <a:cubicBezTo>
                  <a:pt x="1240320" y="41523"/>
                  <a:pt x="1042447" y="37198"/>
                  <a:pt x="868680" y="18288"/>
                </a:cubicBezTo>
                <a:cubicBezTo>
                  <a:pt x="694913" y="-622"/>
                  <a:pt x="233232" y="44909"/>
                  <a:pt x="0" y="18288"/>
                </a:cubicBezTo>
                <a:cubicBezTo>
                  <a:pt x="60" y="11696"/>
                  <a:pt x="66" y="3758"/>
                  <a:pt x="0" y="0"/>
                </a:cubicBezTo>
                <a:close/>
              </a:path>
              <a:path w="3474720" h="18288" stroke="0" extrusionOk="0">
                <a:moveTo>
                  <a:pt x="0" y="0"/>
                </a:moveTo>
                <a:cubicBezTo>
                  <a:pt x="202328" y="-14716"/>
                  <a:pt x="332722" y="-11499"/>
                  <a:pt x="625450" y="0"/>
                </a:cubicBezTo>
                <a:cubicBezTo>
                  <a:pt x="918178" y="11499"/>
                  <a:pt x="1096688" y="5123"/>
                  <a:pt x="1389888" y="0"/>
                </a:cubicBezTo>
                <a:cubicBezTo>
                  <a:pt x="1683088" y="-5123"/>
                  <a:pt x="1835981" y="-14038"/>
                  <a:pt x="1980590" y="0"/>
                </a:cubicBezTo>
                <a:cubicBezTo>
                  <a:pt x="2125199" y="14038"/>
                  <a:pt x="2396099" y="-7203"/>
                  <a:pt x="2571293" y="0"/>
                </a:cubicBezTo>
                <a:cubicBezTo>
                  <a:pt x="2746487" y="7203"/>
                  <a:pt x="3041609" y="-12036"/>
                  <a:pt x="3474720" y="0"/>
                </a:cubicBezTo>
                <a:cubicBezTo>
                  <a:pt x="3474638" y="4406"/>
                  <a:pt x="3474631" y="9982"/>
                  <a:pt x="3474720" y="18288"/>
                </a:cubicBezTo>
                <a:cubicBezTo>
                  <a:pt x="3324873" y="21876"/>
                  <a:pt x="3136771" y="12587"/>
                  <a:pt x="2814523" y="18288"/>
                </a:cubicBezTo>
                <a:cubicBezTo>
                  <a:pt x="2492275" y="23989"/>
                  <a:pt x="2294402" y="47111"/>
                  <a:pt x="2154326" y="18288"/>
                </a:cubicBezTo>
                <a:cubicBezTo>
                  <a:pt x="2014250" y="-10535"/>
                  <a:pt x="1820317" y="33903"/>
                  <a:pt x="1494130" y="18288"/>
                </a:cubicBezTo>
                <a:cubicBezTo>
                  <a:pt x="1167943" y="2673"/>
                  <a:pt x="948432" y="14868"/>
                  <a:pt x="729691" y="18288"/>
                </a:cubicBezTo>
                <a:cubicBezTo>
                  <a:pt x="510950" y="21708"/>
                  <a:pt x="264032" y="24354"/>
                  <a:pt x="0" y="18288"/>
                </a:cubicBezTo>
                <a:cubicBezTo>
                  <a:pt x="189" y="14288"/>
                  <a:pt x="-703" y="374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445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863741219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9D273B27-2BB5-7E57-23D9-6E6D15AF26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0080" y="2872899"/>
            <a:ext cx="4243589" cy="3320668"/>
          </a:xfrm>
        </p:spPr>
        <p:txBody>
          <a:bodyPr>
            <a:normAutofit/>
          </a:bodyPr>
          <a:lstStyle/>
          <a:p>
            <a:r>
              <a:rPr lang="nl-NL" sz="2200"/>
              <a:t>Apocalyps</a:t>
            </a:r>
          </a:p>
          <a:p>
            <a:r>
              <a:rPr lang="nl-NL" sz="2200"/>
              <a:t>Horror</a:t>
            </a:r>
          </a:p>
          <a:p>
            <a:r>
              <a:rPr lang="nl-NL" sz="2200"/>
              <a:t>Puin</a:t>
            </a:r>
          </a:p>
        </p:txBody>
      </p:sp>
      <p:pic>
        <p:nvPicPr>
          <p:cNvPr id="5" name="Afbeelding 4">
            <a:extLst>
              <a:ext uri="{FF2B5EF4-FFF2-40B4-BE49-F238E27FC236}">
                <a16:creationId xmlns:a16="http://schemas.microsoft.com/office/drawing/2014/main" id="{6FFF4BEE-051B-927F-1D42-A3D418CAA6F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012" r="14786" b="2"/>
          <a:stretch>
            <a:fillRect/>
          </a:stretch>
        </p:blipFill>
        <p:spPr>
          <a:xfrm>
            <a:off x="5311702" y="10"/>
            <a:ext cx="6878775" cy="6857990"/>
          </a:xfrm>
          <a:custGeom>
            <a:avLst/>
            <a:gdLst/>
            <a:ahLst/>
            <a:cxnLst/>
            <a:rect l="l" t="t" r="r" b="b"/>
            <a:pathLst>
              <a:path w="6878775" h="6858000">
                <a:moveTo>
                  <a:pt x="1102973" y="0"/>
                </a:moveTo>
                <a:lnTo>
                  <a:pt x="1160688" y="0"/>
                </a:lnTo>
                <a:lnTo>
                  <a:pt x="983189" y="331786"/>
                </a:lnTo>
                <a:cubicBezTo>
                  <a:pt x="914866" y="469145"/>
                  <a:pt x="850355" y="608712"/>
                  <a:pt x="789261" y="750263"/>
                </a:cubicBezTo>
                <a:cubicBezTo>
                  <a:pt x="774307" y="784928"/>
                  <a:pt x="759992" y="819849"/>
                  <a:pt x="745295" y="854514"/>
                </a:cubicBezTo>
                <a:cubicBezTo>
                  <a:pt x="756682" y="845393"/>
                  <a:pt x="765489" y="833492"/>
                  <a:pt x="770857" y="819975"/>
                </a:cubicBezTo>
                <a:cubicBezTo>
                  <a:pt x="879943" y="589569"/>
                  <a:pt x="999605" y="365513"/>
                  <a:pt x="1131329" y="148742"/>
                </a:cubicBezTo>
                <a:lnTo>
                  <a:pt x="1227589" y="0"/>
                </a:lnTo>
                <a:lnTo>
                  <a:pt x="6878775" y="0"/>
                </a:lnTo>
                <a:lnTo>
                  <a:pt x="6878775" y="6858000"/>
                </a:lnTo>
                <a:lnTo>
                  <a:pt x="713521" y="6858000"/>
                </a:lnTo>
                <a:lnTo>
                  <a:pt x="625642" y="6670527"/>
                </a:lnTo>
                <a:cubicBezTo>
                  <a:pt x="507232" y="6398531"/>
                  <a:pt x="403083" y="6118381"/>
                  <a:pt x="312785" y="5830359"/>
                </a:cubicBezTo>
                <a:cubicBezTo>
                  <a:pt x="278149" y="5719759"/>
                  <a:pt x="248879" y="5607635"/>
                  <a:pt x="212198" y="5480401"/>
                </a:cubicBezTo>
                <a:cubicBezTo>
                  <a:pt x="212208" y="5491601"/>
                  <a:pt x="212803" y="5502788"/>
                  <a:pt x="213988" y="5513923"/>
                </a:cubicBezTo>
                <a:cubicBezTo>
                  <a:pt x="264089" y="5723695"/>
                  <a:pt x="307290" y="5935370"/>
                  <a:pt x="365826" y="6142729"/>
                </a:cubicBezTo>
                <a:cubicBezTo>
                  <a:pt x="433152" y="6380817"/>
                  <a:pt x="510068" y="6614016"/>
                  <a:pt x="597975" y="6841549"/>
                </a:cubicBezTo>
                <a:lnTo>
                  <a:pt x="604824" y="6858000"/>
                </a:lnTo>
                <a:lnTo>
                  <a:pt x="552056" y="6858000"/>
                </a:lnTo>
                <a:lnTo>
                  <a:pt x="539576" y="6828295"/>
                </a:lnTo>
                <a:cubicBezTo>
                  <a:pt x="380597" y="6414594"/>
                  <a:pt x="260223" y="5988893"/>
                  <a:pt x="171555" y="5552906"/>
                </a:cubicBezTo>
                <a:cubicBezTo>
                  <a:pt x="91163" y="5157998"/>
                  <a:pt x="43746" y="4758899"/>
                  <a:pt x="12305" y="4357388"/>
                </a:cubicBezTo>
                <a:cubicBezTo>
                  <a:pt x="-14281" y="4013908"/>
                  <a:pt x="4507" y="3672965"/>
                  <a:pt x="46684" y="3331516"/>
                </a:cubicBezTo>
                <a:cubicBezTo>
                  <a:pt x="127203" y="2664286"/>
                  <a:pt x="277819" y="2007265"/>
                  <a:pt x="496065" y="1371196"/>
                </a:cubicBezTo>
                <a:cubicBezTo>
                  <a:pt x="636273" y="966066"/>
                  <a:pt x="800445" y="573253"/>
                  <a:pt x="995723" y="196614"/>
                </a:cubicBez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75914798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F13C74B1-5B17-4795-BED0-7140497B44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1F388F4F-1CA1-21BB-B287-A99ED20152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325369"/>
            <a:ext cx="4368602" cy="1956841"/>
          </a:xfrm>
        </p:spPr>
        <p:txBody>
          <a:bodyPr anchor="b">
            <a:normAutofit/>
          </a:bodyPr>
          <a:lstStyle/>
          <a:p>
            <a:r>
              <a:rPr lang="nl-NL" sz="5400"/>
              <a:t>Game</a:t>
            </a:r>
          </a:p>
        </p:txBody>
      </p:sp>
      <p:sp>
        <p:nvSpPr>
          <p:cNvPr id="14" name="sketchy line">
            <a:extLst>
              <a:ext uri="{FF2B5EF4-FFF2-40B4-BE49-F238E27FC236}">
                <a16:creationId xmlns:a16="http://schemas.microsoft.com/office/drawing/2014/main" id="{D4974D33-8DC5-464E-8C6D-BE58F0669C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0080" y="2586994"/>
            <a:ext cx="3474720" cy="18288"/>
          </a:xfrm>
          <a:custGeom>
            <a:avLst/>
            <a:gdLst>
              <a:gd name="csX0" fmla="*/ 0 w 3474720"/>
              <a:gd name="csY0" fmla="*/ 0 h 18288"/>
              <a:gd name="csX1" fmla="*/ 694944 w 3474720"/>
              <a:gd name="csY1" fmla="*/ 0 h 18288"/>
              <a:gd name="csX2" fmla="*/ 1355141 w 3474720"/>
              <a:gd name="csY2" fmla="*/ 0 h 18288"/>
              <a:gd name="csX3" fmla="*/ 2015338 w 3474720"/>
              <a:gd name="csY3" fmla="*/ 0 h 18288"/>
              <a:gd name="csX4" fmla="*/ 2779776 w 3474720"/>
              <a:gd name="csY4" fmla="*/ 0 h 18288"/>
              <a:gd name="csX5" fmla="*/ 3474720 w 3474720"/>
              <a:gd name="csY5" fmla="*/ 0 h 18288"/>
              <a:gd name="csX6" fmla="*/ 3474720 w 3474720"/>
              <a:gd name="csY6" fmla="*/ 18288 h 18288"/>
              <a:gd name="csX7" fmla="*/ 2779776 w 3474720"/>
              <a:gd name="csY7" fmla="*/ 18288 h 18288"/>
              <a:gd name="csX8" fmla="*/ 2189074 w 3474720"/>
              <a:gd name="csY8" fmla="*/ 18288 h 18288"/>
              <a:gd name="csX9" fmla="*/ 1528877 w 3474720"/>
              <a:gd name="csY9" fmla="*/ 18288 h 18288"/>
              <a:gd name="csX10" fmla="*/ 868680 w 3474720"/>
              <a:gd name="csY10" fmla="*/ 18288 h 18288"/>
              <a:gd name="csX11" fmla="*/ 0 w 3474720"/>
              <a:gd name="csY11" fmla="*/ 18288 h 18288"/>
              <a:gd name="csX12" fmla="*/ 0 w 3474720"/>
              <a:gd name="csY12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</a:cxnLst>
            <a:rect l="l" t="t" r="r" b="b"/>
            <a:pathLst>
              <a:path w="3474720" h="18288" fill="none" extrusionOk="0">
                <a:moveTo>
                  <a:pt x="0" y="0"/>
                </a:moveTo>
                <a:cubicBezTo>
                  <a:pt x="224454" y="-14544"/>
                  <a:pt x="495407" y="26540"/>
                  <a:pt x="694944" y="0"/>
                </a:cubicBezTo>
                <a:cubicBezTo>
                  <a:pt x="894481" y="-26540"/>
                  <a:pt x="1130063" y="24713"/>
                  <a:pt x="1355141" y="0"/>
                </a:cubicBezTo>
                <a:cubicBezTo>
                  <a:pt x="1580219" y="-24713"/>
                  <a:pt x="1820099" y="26695"/>
                  <a:pt x="2015338" y="0"/>
                </a:cubicBezTo>
                <a:cubicBezTo>
                  <a:pt x="2210577" y="-26695"/>
                  <a:pt x="2402045" y="165"/>
                  <a:pt x="2779776" y="0"/>
                </a:cubicBezTo>
                <a:cubicBezTo>
                  <a:pt x="3157507" y="-165"/>
                  <a:pt x="3286859" y="-15571"/>
                  <a:pt x="3474720" y="0"/>
                </a:cubicBezTo>
                <a:cubicBezTo>
                  <a:pt x="3474286" y="7551"/>
                  <a:pt x="3474253" y="9822"/>
                  <a:pt x="3474720" y="18288"/>
                </a:cubicBezTo>
                <a:cubicBezTo>
                  <a:pt x="3233904" y="29845"/>
                  <a:pt x="2945134" y="-5256"/>
                  <a:pt x="2779776" y="18288"/>
                </a:cubicBezTo>
                <a:cubicBezTo>
                  <a:pt x="2614418" y="41832"/>
                  <a:pt x="2339768" y="22709"/>
                  <a:pt x="2189074" y="18288"/>
                </a:cubicBezTo>
                <a:cubicBezTo>
                  <a:pt x="2038380" y="13867"/>
                  <a:pt x="1817434" y="-4947"/>
                  <a:pt x="1528877" y="18288"/>
                </a:cubicBezTo>
                <a:cubicBezTo>
                  <a:pt x="1240320" y="41523"/>
                  <a:pt x="1042447" y="37198"/>
                  <a:pt x="868680" y="18288"/>
                </a:cubicBezTo>
                <a:cubicBezTo>
                  <a:pt x="694913" y="-622"/>
                  <a:pt x="233232" y="44909"/>
                  <a:pt x="0" y="18288"/>
                </a:cubicBezTo>
                <a:cubicBezTo>
                  <a:pt x="60" y="11696"/>
                  <a:pt x="66" y="3758"/>
                  <a:pt x="0" y="0"/>
                </a:cubicBezTo>
                <a:close/>
              </a:path>
              <a:path w="3474720" h="18288" stroke="0" extrusionOk="0">
                <a:moveTo>
                  <a:pt x="0" y="0"/>
                </a:moveTo>
                <a:cubicBezTo>
                  <a:pt x="202328" y="-14716"/>
                  <a:pt x="332722" y="-11499"/>
                  <a:pt x="625450" y="0"/>
                </a:cubicBezTo>
                <a:cubicBezTo>
                  <a:pt x="918178" y="11499"/>
                  <a:pt x="1096688" y="5123"/>
                  <a:pt x="1389888" y="0"/>
                </a:cubicBezTo>
                <a:cubicBezTo>
                  <a:pt x="1683088" y="-5123"/>
                  <a:pt x="1835981" y="-14038"/>
                  <a:pt x="1980590" y="0"/>
                </a:cubicBezTo>
                <a:cubicBezTo>
                  <a:pt x="2125199" y="14038"/>
                  <a:pt x="2396099" y="-7203"/>
                  <a:pt x="2571293" y="0"/>
                </a:cubicBezTo>
                <a:cubicBezTo>
                  <a:pt x="2746487" y="7203"/>
                  <a:pt x="3041609" y="-12036"/>
                  <a:pt x="3474720" y="0"/>
                </a:cubicBezTo>
                <a:cubicBezTo>
                  <a:pt x="3474638" y="4406"/>
                  <a:pt x="3474631" y="9982"/>
                  <a:pt x="3474720" y="18288"/>
                </a:cubicBezTo>
                <a:cubicBezTo>
                  <a:pt x="3324873" y="21876"/>
                  <a:pt x="3136771" y="12587"/>
                  <a:pt x="2814523" y="18288"/>
                </a:cubicBezTo>
                <a:cubicBezTo>
                  <a:pt x="2492275" y="23989"/>
                  <a:pt x="2294402" y="47111"/>
                  <a:pt x="2154326" y="18288"/>
                </a:cubicBezTo>
                <a:cubicBezTo>
                  <a:pt x="2014250" y="-10535"/>
                  <a:pt x="1820317" y="33903"/>
                  <a:pt x="1494130" y="18288"/>
                </a:cubicBezTo>
                <a:cubicBezTo>
                  <a:pt x="1167943" y="2673"/>
                  <a:pt x="948432" y="14868"/>
                  <a:pt x="729691" y="18288"/>
                </a:cubicBezTo>
                <a:cubicBezTo>
                  <a:pt x="510950" y="21708"/>
                  <a:pt x="264032" y="24354"/>
                  <a:pt x="0" y="18288"/>
                </a:cubicBezTo>
                <a:cubicBezTo>
                  <a:pt x="189" y="14288"/>
                  <a:pt x="-703" y="374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445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863741219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012ED50E-41BB-7464-4A51-E03377445F8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0080" y="2872899"/>
            <a:ext cx="4243589" cy="3320668"/>
          </a:xfrm>
        </p:spPr>
        <p:txBody>
          <a:bodyPr>
            <a:normAutofit/>
          </a:bodyPr>
          <a:lstStyle/>
          <a:p>
            <a:r>
              <a:rPr lang="nl-NL" sz="2200"/>
              <a:t>Pandemie</a:t>
            </a:r>
          </a:p>
          <a:p>
            <a:r>
              <a:rPr lang="nl-NL" sz="2200"/>
              <a:t>Puinruimen</a:t>
            </a:r>
          </a:p>
          <a:p>
            <a:r>
              <a:rPr lang="nl-NL" sz="2200"/>
              <a:t>Overleven</a:t>
            </a:r>
          </a:p>
          <a:p>
            <a:r>
              <a:rPr lang="nl-NL" sz="2200"/>
              <a:t>Zoektocht</a:t>
            </a:r>
          </a:p>
        </p:txBody>
      </p:sp>
      <p:pic>
        <p:nvPicPr>
          <p:cNvPr id="7" name="Afbeelding 6">
            <a:extLst>
              <a:ext uri="{FF2B5EF4-FFF2-40B4-BE49-F238E27FC236}">
                <a16:creationId xmlns:a16="http://schemas.microsoft.com/office/drawing/2014/main" id="{4641E0A7-B370-AC44-BDBC-6B9AF275145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01" r="24975"/>
          <a:stretch>
            <a:fillRect/>
          </a:stretch>
        </p:blipFill>
        <p:spPr>
          <a:xfrm>
            <a:off x="5311702" y="10"/>
            <a:ext cx="6878775" cy="6857990"/>
          </a:xfrm>
          <a:custGeom>
            <a:avLst/>
            <a:gdLst/>
            <a:ahLst/>
            <a:cxnLst/>
            <a:rect l="l" t="t" r="r" b="b"/>
            <a:pathLst>
              <a:path w="6878775" h="6858000">
                <a:moveTo>
                  <a:pt x="1102973" y="0"/>
                </a:moveTo>
                <a:lnTo>
                  <a:pt x="1160688" y="0"/>
                </a:lnTo>
                <a:lnTo>
                  <a:pt x="983189" y="331786"/>
                </a:lnTo>
                <a:cubicBezTo>
                  <a:pt x="914866" y="469145"/>
                  <a:pt x="850355" y="608712"/>
                  <a:pt x="789261" y="750263"/>
                </a:cubicBezTo>
                <a:cubicBezTo>
                  <a:pt x="774307" y="784928"/>
                  <a:pt x="759992" y="819849"/>
                  <a:pt x="745295" y="854514"/>
                </a:cubicBezTo>
                <a:cubicBezTo>
                  <a:pt x="756682" y="845393"/>
                  <a:pt x="765489" y="833492"/>
                  <a:pt x="770857" y="819975"/>
                </a:cubicBezTo>
                <a:cubicBezTo>
                  <a:pt x="879943" y="589569"/>
                  <a:pt x="999605" y="365513"/>
                  <a:pt x="1131329" y="148742"/>
                </a:cubicBezTo>
                <a:lnTo>
                  <a:pt x="1227589" y="0"/>
                </a:lnTo>
                <a:lnTo>
                  <a:pt x="6878775" y="0"/>
                </a:lnTo>
                <a:lnTo>
                  <a:pt x="6878775" y="6858000"/>
                </a:lnTo>
                <a:lnTo>
                  <a:pt x="713521" y="6858000"/>
                </a:lnTo>
                <a:lnTo>
                  <a:pt x="625642" y="6670527"/>
                </a:lnTo>
                <a:cubicBezTo>
                  <a:pt x="507232" y="6398531"/>
                  <a:pt x="403083" y="6118381"/>
                  <a:pt x="312785" y="5830359"/>
                </a:cubicBezTo>
                <a:cubicBezTo>
                  <a:pt x="278149" y="5719759"/>
                  <a:pt x="248879" y="5607635"/>
                  <a:pt x="212198" y="5480401"/>
                </a:cubicBezTo>
                <a:cubicBezTo>
                  <a:pt x="212208" y="5491601"/>
                  <a:pt x="212803" y="5502788"/>
                  <a:pt x="213988" y="5513923"/>
                </a:cubicBezTo>
                <a:cubicBezTo>
                  <a:pt x="264089" y="5723695"/>
                  <a:pt x="307290" y="5935370"/>
                  <a:pt x="365826" y="6142729"/>
                </a:cubicBezTo>
                <a:cubicBezTo>
                  <a:pt x="433152" y="6380817"/>
                  <a:pt x="510068" y="6614016"/>
                  <a:pt x="597975" y="6841549"/>
                </a:cubicBezTo>
                <a:lnTo>
                  <a:pt x="604824" y="6858000"/>
                </a:lnTo>
                <a:lnTo>
                  <a:pt x="552056" y="6858000"/>
                </a:lnTo>
                <a:lnTo>
                  <a:pt x="539576" y="6828295"/>
                </a:lnTo>
                <a:cubicBezTo>
                  <a:pt x="380597" y="6414594"/>
                  <a:pt x="260223" y="5988893"/>
                  <a:pt x="171555" y="5552906"/>
                </a:cubicBezTo>
                <a:cubicBezTo>
                  <a:pt x="91163" y="5157998"/>
                  <a:pt x="43746" y="4758899"/>
                  <a:pt x="12305" y="4357388"/>
                </a:cubicBezTo>
                <a:cubicBezTo>
                  <a:pt x="-14281" y="4013908"/>
                  <a:pt x="4507" y="3672965"/>
                  <a:pt x="46684" y="3331516"/>
                </a:cubicBezTo>
                <a:cubicBezTo>
                  <a:pt x="127203" y="2664286"/>
                  <a:pt x="277819" y="2007265"/>
                  <a:pt x="496065" y="1371196"/>
                </a:cubicBezTo>
                <a:cubicBezTo>
                  <a:pt x="636273" y="966066"/>
                  <a:pt x="800445" y="573253"/>
                  <a:pt x="995723" y="196614"/>
                </a:cubicBez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94941289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F13C74B1-5B17-4795-BED0-7140497B44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7AA99B7F-A025-2CD2-9C41-CD019DBC2A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325369"/>
            <a:ext cx="4368602" cy="1956841"/>
          </a:xfrm>
        </p:spPr>
        <p:txBody>
          <a:bodyPr anchor="b">
            <a:normAutofit/>
          </a:bodyPr>
          <a:lstStyle/>
          <a:p>
            <a:r>
              <a:rPr lang="nl-NL" sz="5400"/>
              <a:t>Website</a:t>
            </a:r>
          </a:p>
        </p:txBody>
      </p:sp>
      <p:sp>
        <p:nvSpPr>
          <p:cNvPr id="12" name="sketchy line">
            <a:extLst>
              <a:ext uri="{FF2B5EF4-FFF2-40B4-BE49-F238E27FC236}">
                <a16:creationId xmlns:a16="http://schemas.microsoft.com/office/drawing/2014/main" id="{D4974D33-8DC5-464E-8C6D-BE58F0669C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0080" y="2586994"/>
            <a:ext cx="3474720" cy="18288"/>
          </a:xfrm>
          <a:custGeom>
            <a:avLst/>
            <a:gdLst>
              <a:gd name="csX0" fmla="*/ 0 w 3474720"/>
              <a:gd name="csY0" fmla="*/ 0 h 18288"/>
              <a:gd name="csX1" fmla="*/ 694944 w 3474720"/>
              <a:gd name="csY1" fmla="*/ 0 h 18288"/>
              <a:gd name="csX2" fmla="*/ 1355141 w 3474720"/>
              <a:gd name="csY2" fmla="*/ 0 h 18288"/>
              <a:gd name="csX3" fmla="*/ 2015338 w 3474720"/>
              <a:gd name="csY3" fmla="*/ 0 h 18288"/>
              <a:gd name="csX4" fmla="*/ 2779776 w 3474720"/>
              <a:gd name="csY4" fmla="*/ 0 h 18288"/>
              <a:gd name="csX5" fmla="*/ 3474720 w 3474720"/>
              <a:gd name="csY5" fmla="*/ 0 h 18288"/>
              <a:gd name="csX6" fmla="*/ 3474720 w 3474720"/>
              <a:gd name="csY6" fmla="*/ 18288 h 18288"/>
              <a:gd name="csX7" fmla="*/ 2779776 w 3474720"/>
              <a:gd name="csY7" fmla="*/ 18288 h 18288"/>
              <a:gd name="csX8" fmla="*/ 2189074 w 3474720"/>
              <a:gd name="csY8" fmla="*/ 18288 h 18288"/>
              <a:gd name="csX9" fmla="*/ 1528877 w 3474720"/>
              <a:gd name="csY9" fmla="*/ 18288 h 18288"/>
              <a:gd name="csX10" fmla="*/ 868680 w 3474720"/>
              <a:gd name="csY10" fmla="*/ 18288 h 18288"/>
              <a:gd name="csX11" fmla="*/ 0 w 3474720"/>
              <a:gd name="csY11" fmla="*/ 18288 h 18288"/>
              <a:gd name="csX12" fmla="*/ 0 w 3474720"/>
              <a:gd name="csY12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</a:cxnLst>
            <a:rect l="l" t="t" r="r" b="b"/>
            <a:pathLst>
              <a:path w="3474720" h="18288" fill="none" extrusionOk="0">
                <a:moveTo>
                  <a:pt x="0" y="0"/>
                </a:moveTo>
                <a:cubicBezTo>
                  <a:pt x="224454" y="-14544"/>
                  <a:pt x="495407" y="26540"/>
                  <a:pt x="694944" y="0"/>
                </a:cubicBezTo>
                <a:cubicBezTo>
                  <a:pt x="894481" y="-26540"/>
                  <a:pt x="1130063" y="24713"/>
                  <a:pt x="1355141" y="0"/>
                </a:cubicBezTo>
                <a:cubicBezTo>
                  <a:pt x="1580219" y="-24713"/>
                  <a:pt x="1820099" y="26695"/>
                  <a:pt x="2015338" y="0"/>
                </a:cubicBezTo>
                <a:cubicBezTo>
                  <a:pt x="2210577" y="-26695"/>
                  <a:pt x="2402045" y="165"/>
                  <a:pt x="2779776" y="0"/>
                </a:cubicBezTo>
                <a:cubicBezTo>
                  <a:pt x="3157507" y="-165"/>
                  <a:pt x="3286859" y="-15571"/>
                  <a:pt x="3474720" y="0"/>
                </a:cubicBezTo>
                <a:cubicBezTo>
                  <a:pt x="3474286" y="7551"/>
                  <a:pt x="3474253" y="9822"/>
                  <a:pt x="3474720" y="18288"/>
                </a:cubicBezTo>
                <a:cubicBezTo>
                  <a:pt x="3233904" y="29845"/>
                  <a:pt x="2945134" y="-5256"/>
                  <a:pt x="2779776" y="18288"/>
                </a:cubicBezTo>
                <a:cubicBezTo>
                  <a:pt x="2614418" y="41832"/>
                  <a:pt x="2339768" y="22709"/>
                  <a:pt x="2189074" y="18288"/>
                </a:cubicBezTo>
                <a:cubicBezTo>
                  <a:pt x="2038380" y="13867"/>
                  <a:pt x="1817434" y="-4947"/>
                  <a:pt x="1528877" y="18288"/>
                </a:cubicBezTo>
                <a:cubicBezTo>
                  <a:pt x="1240320" y="41523"/>
                  <a:pt x="1042447" y="37198"/>
                  <a:pt x="868680" y="18288"/>
                </a:cubicBezTo>
                <a:cubicBezTo>
                  <a:pt x="694913" y="-622"/>
                  <a:pt x="233232" y="44909"/>
                  <a:pt x="0" y="18288"/>
                </a:cubicBezTo>
                <a:cubicBezTo>
                  <a:pt x="60" y="11696"/>
                  <a:pt x="66" y="3758"/>
                  <a:pt x="0" y="0"/>
                </a:cubicBezTo>
                <a:close/>
              </a:path>
              <a:path w="3474720" h="18288" stroke="0" extrusionOk="0">
                <a:moveTo>
                  <a:pt x="0" y="0"/>
                </a:moveTo>
                <a:cubicBezTo>
                  <a:pt x="202328" y="-14716"/>
                  <a:pt x="332722" y="-11499"/>
                  <a:pt x="625450" y="0"/>
                </a:cubicBezTo>
                <a:cubicBezTo>
                  <a:pt x="918178" y="11499"/>
                  <a:pt x="1096688" y="5123"/>
                  <a:pt x="1389888" y="0"/>
                </a:cubicBezTo>
                <a:cubicBezTo>
                  <a:pt x="1683088" y="-5123"/>
                  <a:pt x="1835981" y="-14038"/>
                  <a:pt x="1980590" y="0"/>
                </a:cubicBezTo>
                <a:cubicBezTo>
                  <a:pt x="2125199" y="14038"/>
                  <a:pt x="2396099" y="-7203"/>
                  <a:pt x="2571293" y="0"/>
                </a:cubicBezTo>
                <a:cubicBezTo>
                  <a:pt x="2746487" y="7203"/>
                  <a:pt x="3041609" y="-12036"/>
                  <a:pt x="3474720" y="0"/>
                </a:cubicBezTo>
                <a:cubicBezTo>
                  <a:pt x="3474638" y="4406"/>
                  <a:pt x="3474631" y="9982"/>
                  <a:pt x="3474720" y="18288"/>
                </a:cubicBezTo>
                <a:cubicBezTo>
                  <a:pt x="3324873" y="21876"/>
                  <a:pt x="3136771" y="12587"/>
                  <a:pt x="2814523" y="18288"/>
                </a:cubicBezTo>
                <a:cubicBezTo>
                  <a:pt x="2492275" y="23989"/>
                  <a:pt x="2294402" y="47111"/>
                  <a:pt x="2154326" y="18288"/>
                </a:cubicBezTo>
                <a:cubicBezTo>
                  <a:pt x="2014250" y="-10535"/>
                  <a:pt x="1820317" y="33903"/>
                  <a:pt x="1494130" y="18288"/>
                </a:cubicBezTo>
                <a:cubicBezTo>
                  <a:pt x="1167943" y="2673"/>
                  <a:pt x="948432" y="14868"/>
                  <a:pt x="729691" y="18288"/>
                </a:cubicBezTo>
                <a:cubicBezTo>
                  <a:pt x="510950" y="21708"/>
                  <a:pt x="264032" y="24354"/>
                  <a:pt x="0" y="18288"/>
                </a:cubicBezTo>
                <a:cubicBezTo>
                  <a:pt x="189" y="14288"/>
                  <a:pt x="-703" y="374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445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863741219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6EFBFBF3-F9E2-DC3A-00E6-BECFCC1276A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0080" y="2872899"/>
            <a:ext cx="4243589" cy="3320668"/>
          </a:xfrm>
        </p:spPr>
        <p:txBody>
          <a:bodyPr>
            <a:normAutofit/>
          </a:bodyPr>
          <a:lstStyle/>
          <a:p>
            <a:r>
              <a:rPr lang="nl-NL" sz="2200"/>
              <a:t>Inspiratie (Rockstar, enz.)</a:t>
            </a:r>
          </a:p>
          <a:p>
            <a:r>
              <a:rPr lang="nl-NL" sz="2200"/>
              <a:t>Promotie</a:t>
            </a:r>
          </a:p>
          <a:p>
            <a:r>
              <a:rPr lang="nl-NL" sz="2200"/>
              <a:t>Downloadbare game</a:t>
            </a:r>
          </a:p>
        </p:txBody>
      </p:sp>
      <p:pic>
        <p:nvPicPr>
          <p:cNvPr id="5" name="Afbeelding 4">
            <a:extLst>
              <a:ext uri="{FF2B5EF4-FFF2-40B4-BE49-F238E27FC236}">
                <a16:creationId xmlns:a16="http://schemas.microsoft.com/office/drawing/2014/main" id="{ED38E382-146A-AD53-251E-E7E45D49E04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435" r="31173" b="1"/>
          <a:stretch>
            <a:fillRect/>
          </a:stretch>
        </p:blipFill>
        <p:spPr>
          <a:xfrm>
            <a:off x="5311702" y="10"/>
            <a:ext cx="6878775" cy="6857990"/>
          </a:xfrm>
          <a:custGeom>
            <a:avLst/>
            <a:gdLst/>
            <a:ahLst/>
            <a:cxnLst/>
            <a:rect l="l" t="t" r="r" b="b"/>
            <a:pathLst>
              <a:path w="6878775" h="6858000">
                <a:moveTo>
                  <a:pt x="1102973" y="0"/>
                </a:moveTo>
                <a:lnTo>
                  <a:pt x="1160688" y="0"/>
                </a:lnTo>
                <a:lnTo>
                  <a:pt x="983189" y="331786"/>
                </a:lnTo>
                <a:cubicBezTo>
                  <a:pt x="914866" y="469145"/>
                  <a:pt x="850355" y="608712"/>
                  <a:pt x="789261" y="750263"/>
                </a:cubicBezTo>
                <a:cubicBezTo>
                  <a:pt x="774307" y="784928"/>
                  <a:pt x="759992" y="819849"/>
                  <a:pt x="745295" y="854514"/>
                </a:cubicBezTo>
                <a:cubicBezTo>
                  <a:pt x="756682" y="845393"/>
                  <a:pt x="765489" y="833492"/>
                  <a:pt x="770857" y="819975"/>
                </a:cubicBezTo>
                <a:cubicBezTo>
                  <a:pt x="879943" y="589569"/>
                  <a:pt x="999605" y="365513"/>
                  <a:pt x="1131329" y="148742"/>
                </a:cubicBezTo>
                <a:lnTo>
                  <a:pt x="1227589" y="0"/>
                </a:lnTo>
                <a:lnTo>
                  <a:pt x="6878775" y="0"/>
                </a:lnTo>
                <a:lnTo>
                  <a:pt x="6878775" y="6858000"/>
                </a:lnTo>
                <a:lnTo>
                  <a:pt x="713521" y="6858000"/>
                </a:lnTo>
                <a:lnTo>
                  <a:pt x="625642" y="6670527"/>
                </a:lnTo>
                <a:cubicBezTo>
                  <a:pt x="507232" y="6398531"/>
                  <a:pt x="403083" y="6118381"/>
                  <a:pt x="312785" y="5830359"/>
                </a:cubicBezTo>
                <a:cubicBezTo>
                  <a:pt x="278149" y="5719759"/>
                  <a:pt x="248879" y="5607635"/>
                  <a:pt x="212198" y="5480401"/>
                </a:cubicBezTo>
                <a:cubicBezTo>
                  <a:pt x="212208" y="5491601"/>
                  <a:pt x="212803" y="5502788"/>
                  <a:pt x="213988" y="5513923"/>
                </a:cubicBezTo>
                <a:cubicBezTo>
                  <a:pt x="264089" y="5723695"/>
                  <a:pt x="307290" y="5935370"/>
                  <a:pt x="365826" y="6142729"/>
                </a:cubicBezTo>
                <a:cubicBezTo>
                  <a:pt x="433152" y="6380817"/>
                  <a:pt x="510068" y="6614016"/>
                  <a:pt x="597975" y="6841549"/>
                </a:cubicBezTo>
                <a:lnTo>
                  <a:pt x="604824" y="6858000"/>
                </a:lnTo>
                <a:lnTo>
                  <a:pt x="552056" y="6858000"/>
                </a:lnTo>
                <a:lnTo>
                  <a:pt x="539576" y="6828295"/>
                </a:lnTo>
                <a:cubicBezTo>
                  <a:pt x="380597" y="6414594"/>
                  <a:pt x="260223" y="5988893"/>
                  <a:pt x="171555" y="5552906"/>
                </a:cubicBezTo>
                <a:cubicBezTo>
                  <a:pt x="91163" y="5157998"/>
                  <a:pt x="43746" y="4758899"/>
                  <a:pt x="12305" y="4357388"/>
                </a:cubicBezTo>
                <a:cubicBezTo>
                  <a:pt x="-14281" y="4013908"/>
                  <a:pt x="4507" y="3672965"/>
                  <a:pt x="46684" y="3331516"/>
                </a:cubicBezTo>
                <a:cubicBezTo>
                  <a:pt x="127203" y="2664286"/>
                  <a:pt x="277819" y="2007265"/>
                  <a:pt x="496065" y="1371196"/>
                </a:cubicBezTo>
                <a:cubicBezTo>
                  <a:pt x="636273" y="966066"/>
                  <a:pt x="800445" y="573253"/>
                  <a:pt x="995723" y="196614"/>
                </a:cubicBez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4235155138"/>
      </p:ext>
    </p:extLst>
  </p:cSld>
  <p:clrMapOvr>
    <a:masterClrMapping/>
  </p:clrMapOvr>
</p:sld>
</file>

<file path=ppt/theme/theme1.xml><?xml version="1.0" encoding="utf-8"?>
<a:theme xmlns:a="http://schemas.openxmlformats.org/drawingml/2006/main" name="Kantoorthem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</TotalTime>
  <Words>49</Words>
  <Application>Microsoft Office PowerPoint</Application>
  <PresentationFormat>Breedbeeld</PresentationFormat>
  <Paragraphs>27</Paragraphs>
  <Slides>6</Slides>
  <Notes>0</Notes>
  <HiddenSlides>0</HiddenSlides>
  <MMClips>0</MMClips>
  <ScaleCrop>false</ScaleCrop>
  <HeadingPairs>
    <vt:vector size="6" baseType="variant">
      <vt:variant>
        <vt:lpstr>Gebruikte lettertypen</vt:lpstr>
      </vt:variant>
      <vt:variant>
        <vt:i4>3</vt:i4>
      </vt:variant>
      <vt:variant>
        <vt:lpstr>Thema</vt:lpstr>
      </vt:variant>
      <vt:variant>
        <vt:i4>1</vt:i4>
      </vt:variant>
      <vt:variant>
        <vt:lpstr>Diatitels</vt:lpstr>
      </vt:variant>
      <vt:variant>
        <vt:i4>6</vt:i4>
      </vt:variant>
    </vt:vector>
  </HeadingPairs>
  <TitlesOfParts>
    <vt:vector size="10" baseType="lpstr">
      <vt:lpstr>Aptos</vt:lpstr>
      <vt:lpstr>Aptos Display</vt:lpstr>
      <vt:lpstr>Arial</vt:lpstr>
      <vt:lpstr>Kantoorthema</vt:lpstr>
      <vt:lpstr>Project Eclipse</vt:lpstr>
      <vt:lpstr>Inhoud</vt:lpstr>
      <vt:lpstr>Over ons</vt:lpstr>
      <vt:lpstr>Ons idee</vt:lpstr>
      <vt:lpstr>Game</vt:lpstr>
      <vt:lpstr>Website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Jarno Huizenga</dc:creator>
  <cp:lastModifiedBy>Jarno Huizenga</cp:lastModifiedBy>
  <cp:revision>2</cp:revision>
  <dcterms:created xsi:type="dcterms:W3CDTF">2026-05-07T09:30:52Z</dcterms:created>
  <dcterms:modified xsi:type="dcterms:W3CDTF">2026-05-07T09:39:58Z</dcterms:modified>
</cp:coreProperties>
</file>