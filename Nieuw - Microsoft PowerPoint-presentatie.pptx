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DE1018-57D4-2821-C1BC-5C10E0DFD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D9AFA81-E3BF-A213-F839-93D85AFE6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7B45FB0-EF20-21CB-B482-25E610FCE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17A20-CF9A-42BE-B46D-5A846010FC5C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72A03B-5C0A-8393-E52F-AA61F88C5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D7B23FF-640A-90D1-16E2-46E744C18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9320-D7D2-4C7F-8E55-91358EA7E6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530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69C213-B1BF-8078-9AAC-6F512EC3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E7389B0-3C71-74AE-D920-6C8DDDFDF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A7D5ACC-DE47-6203-115D-0EC8AA98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17A20-CF9A-42BE-B46D-5A846010FC5C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E531E29-2598-2B70-6375-1F46479EE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7A308A2-0CCF-A341-2C5B-361B57C00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9320-D7D2-4C7F-8E55-91358EA7E6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1090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401FE-5250-B559-8A8D-01822EC68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1D0ED8C-2942-B379-06C8-F2A52999B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221B860-7EE1-B653-D098-7A1558DB9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17A20-CF9A-42BE-B46D-5A846010FC5C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8FF0E79-BCFC-9AF9-861D-464904AD7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96F6E55-8B45-77AF-E005-1B74DB08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9320-D7D2-4C7F-8E55-91358EA7E6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985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29BB1E-C9F3-D6B5-6DE6-DD87392B3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F1C5BF4-2B74-BAF5-FC34-FF158C30B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0FADF8B-8460-262D-A048-D4A8B0C71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45695C5-FA63-21AD-2113-08FE8429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17A20-CF9A-42BE-B46D-5A846010FC5C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C981821-C6BD-6B55-490D-79601BC51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D53F81D-8721-CA1E-1C0E-FC59B9D99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9320-D7D2-4C7F-8E55-91358EA7E6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6594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3A473E-D114-AD54-31F8-AA8A48320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E762A91-1910-3DBA-F7C6-BD7C4219D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539F945-D196-445E-E4FC-C59C0E608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4F280C8-AA0F-7700-6A51-F5118E1B7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29F5E81-AE2C-4EC7-8D29-7A9407C56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52FA1DE-0929-D81E-1D1F-D4B4E7481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17A20-CF9A-42BE-B46D-5A846010FC5C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DFFF24D-F11F-6DE8-8F35-3CA011B6D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4F93F7B-027A-DA3A-0D41-4AE88B9C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9320-D7D2-4C7F-8E55-91358EA7E6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6781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DB6D3-A409-CCF0-7785-C08E7E1E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44527DA-7229-8CB1-1029-5405C693A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17A20-CF9A-42BE-B46D-5A846010FC5C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81385C9-4AA8-5E83-A05D-8164A81CE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06244C2-E340-1986-A81C-CDD1B0F1A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9320-D7D2-4C7F-8E55-91358EA7E6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1751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DF4B4E8-7556-8EB0-4C75-79047E299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17A20-CF9A-42BE-B46D-5A846010FC5C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786A2CB-8BDB-87D7-8AB9-A6C08AAF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1F601A6-896B-A312-EA5D-EFC957EF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9320-D7D2-4C7F-8E55-91358EA7E6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7252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54B085-931F-D420-DA09-2D94AC9C7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47BE71A-D0D3-B406-F302-F77D36F1D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167300D-D6CE-CA3D-991D-74CDED91D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072FB78-D576-ACCC-2113-ED37DDAE6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17A20-CF9A-42BE-B46D-5A846010FC5C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6C3E03D-2A2B-0D1E-BD27-DB77FEA8E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9277CCB-3348-1F17-AE88-0C95ACE0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9320-D7D2-4C7F-8E55-91358EA7E6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47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5D3FE2-CED7-AC35-D6EB-71C653395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AC48C34B-4FED-9D5F-942E-E088C7738F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247BF6E-C9C4-DEB0-E6A1-6B0560282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D29C81C-3BB7-E82F-D90E-1B54BD63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17A20-CF9A-42BE-B46D-5A846010FC5C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6DAF78-6B7F-F3C5-5819-5243A0133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3D5702B-51F2-E1D3-D3B7-53793CE7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9320-D7D2-4C7F-8E55-91358EA7E6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695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38E872-320E-BEE4-2769-28844EA55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959E3DB-4DA2-FA93-DC5D-C831E46ED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10F97F3-43C9-5BCB-3BDF-30A2F3EC4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17A20-CF9A-42BE-B46D-5A846010FC5C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DC1FF0F-558F-4835-D7C5-D06C543A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877F7A3-CF55-245A-BFFF-C89193E7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9320-D7D2-4C7F-8E55-91358EA7E6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2323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083D074A-CA06-9F0E-36CC-E7C5716645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DA6E550-05E2-2719-EBCA-D5B96566A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EDAF25-38BD-EC32-317A-924221085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17A20-CF9A-42BE-B46D-5A846010FC5C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EA55DA1-39B5-856D-0AEE-6F17063C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001A021-95CD-965F-5D63-EEE424CD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9320-D7D2-4C7F-8E55-91358EA7E6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5914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48FEB0B-6B63-6207-3E0A-B3B20F937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8A5D63A-27CC-AD3C-2D45-613D3FFB1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3C2B527-0223-C0B7-FA4C-3433DF284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B17A20-CF9A-42BE-B46D-5A846010FC5C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6BC6A38-01B6-0CFD-7F92-298E19E69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7E53F3-5366-3CF3-5943-4D9A2E2F19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39320-D7D2-4C7F-8E55-91358EA7E6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6233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CE904B6-1F68-D80E-F11D-CCAA83088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nl-NL" sz="6600" dirty="0"/>
              <a:t>Project </a:t>
            </a:r>
            <a:r>
              <a:rPr lang="nl-NL" sz="6600" dirty="0" err="1"/>
              <a:t>Eclipse</a:t>
            </a:r>
            <a:endParaRPr lang="nl-NL" sz="660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F94B48B-7270-6B55-C4B9-23C9D785F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nl-NL" dirty="0"/>
              <a:t>Heavy </a:t>
            </a:r>
            <a:r>
              <a:rPr lang="nl-NL" dirty="0" err="1"/>
              <a:t>Guys</a:t>
            </a:r>
            <a:endParaRPr lang="nl-NL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11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4C9B438-4DD7-6B6F-B5BB-52E5DD30C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nl-NL" sz="5400"/>
              <a:t>Inhoud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59D97BC-D83A-470E-C7C9-F2F8AC5AC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nl-NL" sz="2200"/>
              <a:t>Over ons</a:t>
            </a:r>
          </a:p>
          <a:p>
            <a:r>
              <a:rPr lang="nl-NL" sz="2200"/>
              <a:t>Ons idee</a:t>
            </a:r>
          </a:p>
          <a:p>
            <a:r>
              <a:rPr lang="nl-NL" sz="2200"/>
              <a:t>Game (Jarno, Alex en Patricia)</a:t>
            </a:r>
          </a:p>
          <a:p>
            <a:r>
              <a:rPr lang="nl-NL" sz="2200"/>
              <a:t>Website (Jens)</a:t>
            </a:r>
          </a:p>
        </p:txBody>
      </p:sp>
    </p:spTree>
    <p:extLst>
      <p:ext uri="{BB962C8B-B14F-4D97-AF65-F5344CB8AC3E}">
        <p14:creationId xmlns:p14="http://schemas.microsoft.com/office/powerpoint/2010/main" val="3842891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623A0CC-84B1-D57C-5F20-80AB4679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nl-NL" sz="5400" dirty="0"/>
              <a:t>Over ons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377C0C4-2C7E-C2E1-4643-070C4256B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nl-NL" sz="2200" dirty="0"/>
              <a:t>Jens</a:t>
            </a:r>
          </a:p>
          <a:p>
            <a:r>
              <a:rPr lang="nl-NL" sz="2200" dirty="0"/>
              <a:t>Jarno</a:t>
            </a:r>
          </a:p>
          <a:p>
            <a:r>
              <a:rPr lang="nl-NL" sz="2200" dirty="0"/>
              <a:t>Patricia</a:t>
            </a:r>
          </a:p>
          <a:p>
            <a:r>
              <a:rPr lang="nl-NL" sz="2200" dirty="0"/>
              <a:t>Alex</a:t>
            </a:r>
          </a:p>
          <a:p>
            <a:endParaRPr lang="nl-NL" sz="2200" dirty="0"/>
          </a:p>
          <a:p>
            <a:r>
              <a:rPr lang="nl-NL" sz="2200" dirty="0"/>
              <a:t>Heavy </a:t>
            </a:r>
            <a:r>
              <a:rPr lang="nl-NL" sz="2200" dirty="0" err="1"/>
              <a:t>Guys</a:t>
            </a:r>
            <a:endParaRPr lang="nl-NL" sz="2200" dirty="0"/>
          </a:p>
        </p:txBody>
      </p:sp>
    </p:spTree>
    <p:extLst>
      <p:ext uri="{BB962C8B-B14F-4D97-AF65-F5344CB8AC3E}">
        <p14:creationId xmlns:p14="http://schemas.microsoft.com/office/powerpoint/2010/main" val="4031745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A73DAF2-6BD5-FAD5-DE30-1A4FA682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nl-NL" sz="5400"/>
              <a:t>Ons idee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273B27-2BB5-7E57-23D9-6E6D15AF2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nl-NL" sz="2200"/>
              <a:t>Apocalyps</a:t>
            </a:r>
          </a:p>
          <a:p>
            <a:r>
              <a:rPr lang="nl-NL" sz="2200"/>
              <a:t>Horror</a:t>
            </a:r>
          </a:p>
          <a:p>
            <a:r>
              <a:rPr lang="nl-NL" sz="2200"/>
              <a:t>Puin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FFF4BEE-051B-927F-1D42-A3D418CAA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2" r="14786" b="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59147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388F4F-1CA1-21BB-B287-A99ED2015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nl-NL" sz="5400"/>
              <a:t>Game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12ED50E-41BB-7464-4A51-E03377445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nl-NL" sz="2200"/>
              <a:t>Pandemie</a:t>
            </a:r>
          </a:p>
          <a:p>
            <a:r>
              <a:rPr lang="nl-NL" sz="2200"/>
              <a:t>Puinruimen</a:t>
            </a:r>
          </a:p>
          <a:p>
            <a:r>
              <a:rPr lang="nl-NL" sz="2200"/>
              <a:t>Overleven</a:t>
            </a:r>
          </a:p>
          <a:p>
            <a:r>
              <a:rPr lang="nl-NL" sz="2200"/>
              <a:t>Zoektocht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641E0A7-B370-AC44-BDBC-6B9AF2751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" r="24975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49412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AA99B7F-A025-2CD2-9C41-CD019DBC2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nl-NL" sz="5400"/>
              <a:t>Website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EFBFBF3-F9E2-DC3A-00E6-BECFCC127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nl-NL" sz="2200"/>
              <a:t>Inspiratie (Rockstar, enz.)</a:t>
            </a:r>
          </a:p>
          <a:p>
            <a:r>
              <a:rPr lang="nl-NL" sz="2200"/>
              <a:t>Promotie</a:t>
            </a:r>
          </a:p>
          <a:p>
            <a:r>
              <a:rPr lang="nl-NL" sz="2200"/>
              <a:t>Downloadbare game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D38E382-146A-AD53-251E-E7E45D49E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5" r="31173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3515513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49</Words>
  <Application>Microsoft Office PowerPoint</Application>
  <PresentationFormat>Breedbeeld</PresentationFormat>
  <Paragraphs>27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Kantoorthema</vt:lpstr>
      <vt:lpstr>Project Eclipse</vt:lpstr>
      <vt:lpstr>Inhoud</vt:lpstr>
      <vt:lpstr>Over ons</vt:lpstr>
      <vt:lpstr>Ons idee</vt:lpstr>
      <vt:lpstr>Game</vt:lpstr>
      <vt:lpstr>Website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Jarno Huizenga</dc:creator>
  <cp:lastModifiedBy>Jarno Huizenga</cp:lastModifiedBy>
  <cp:revision>5</cp:revision>
  <dcterms:created xsi:type="dcterms:W3CDTF">2026-05-07T09:30:52Z</dcterms:created>
  <dcterms:modified xsi:type="dcterms:W3CDTF">2026-05-11T09:45:44Z</dcterms:modified>
</cp:coreProperties>
</file>